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4" r:id="rId1"/>
  </p:sldMasterIdLst>
  <p:sldIdLst>
    <p:sldId id="353" r:id="rId2"/>
  </p:sldIdLst>
  <p:sldSz cx="10439400" cy="89995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MOU" lastIdx="1" clrIdx="0">
    <p:extLst>
      <p:ext uri="{19B8F6BF-5375-455C-9EA6-DF929625EA0E}">
        <p15:presenceInfo xmlns:p15="http://schemas.microsoft.com/office/powerpoint/2012/main" userId="Microsoft Office 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50"/>
    <p:restoredTop sz="95994"/>
  </p:normalViewPr>
  <p:slideViewPr>
    <p:cSldViewPr snapToGrid="0" snapToObjects="1">
      <p:cViewPr>
        <p:scale>
          <a:sx n="90" d="100"/>
          <a:sy n="90" d="100"/>
        </p:scale>
        <p:origin x="2264" y="-4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commentAuthors" Target="commentAuthors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2955" y="1472842"/>
            <a:ext cx="8873490" cy="3133172"/>
          </a:xfrm>
        </p:spPr>
        <p:txBody>
          <a:bodyPr anchor="b"/>
          <a:lstStyle>
            <a:lvl1pPr algn="ctr">
              <a:defRPr sz="68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04925" y="4726842"/>
            <a:ext cx="7829550" cy="2172804"/>
          </a:xfrm>
        </p:spPr>
        <p:txBody>
          <a:bodyPr/>
          <a:lstStyle>
            <a:lvl1pPr marL="0" indent="0" algn="ctr">
              <a:buNone/>
              <a:defRPr sz="2740"/>
            </a:lvl1pPr>
            <a:lvl2pPr marL="521985" indent="0" algn="ctr">
              <a:buNone/>
              <a:defRPr sz="2283"/>
            </a:lvl2pPr>
            <a:lvl3pPr marL="1043970" indent="0" algn="ctr">
              <a:buNone/>
              <a:defRPr sz="2055"/>
            </a:lvl3pPr>
            <a:lvl4pPr marL="1565956" indent="0" algn="ctr">
              <a:buNone/>
              <a:defRPr sz="1827"/>
            </a:lvl4pPr>
            <a:lvl5pPr marL="2087941" indent="0" algn="ctr">
              <a:buNone/>
              <a:defRPr sz="1827"/>
            </a:lvl5pPr>
            <a:lvl6pPr marL="2609926" indent="0" algn="ctr">
              <a:buNone/>
              <a:defRPr sz="1827"/>
            </a:lvl6pPr>
            <a:lvl7pPr marL="3131911" indent="0" algn="ctr">
              <a:buNone/>
              <a:defRPr sz="1827"/>
            </a:lvl7pPr>
            <a:lvl8pPr marL="3653897" indent="0" algn="ctr">
              <a:buNone/>
              <a:defRPr sz="1827"/>
            </a:lvl8pPr>
            <a:lvl9pPr marL="4175882" indent="0" algn="ctr">
              <a:buNone/>
              <a:defRPr sz="182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27CEA-3643-DE48-A4E8-C42FCF65A0A6}" type="datetimeFigureOut">
              <a:rPr lang="en-VN" smtClean="0"/>
              <a:t>4/8/26</a:t>
            </a:fld>
            <a:endParaRPr lang="en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6B610-EBE2-D341-8D2D-7A9992F68DBD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949604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27CEA-3643-DE48-A4E8-C42FCF65A0A6}" type="datetimeFigureOut">
              <a:rPr lang="en-VN" smtClean="0"/>
              <a:t>4/8/26</a:t>
            </a:fld>
            <a:endParaRPr lang="en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6B610-EBE2-D341-8D2D-7A9992F68DBD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360923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2272" y="2243638"/>
            <a:ext cx="9003983" cy="3743557"/>
          </a:xfrm>
        </p:spPr>
        <p:txBody>
          <a:bodyPr anchor="b"/>
          <a:lstStyle>
            <a:lvl1pPr>
              <a:defRPr sz="68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2272" y="6022610"/>
            <a:ext cx="9003983" cy="1968648"/>
          </a:xfrm>
        </p:spPr>
        <p:txBody>
          <a:bodyPr/>
          <a:lstStyle>
            <a:lvl1pPr marL="0" indent="0">
              <a:buNone/>
              <a:defRPr sz="2740">
                <a:solidFill>
                  <a:schemeClr val="tx1"/>
                </a:solidFill>
              </a:defRPr>
            </a:lvl1pPr>
            <a:lvl2pPr marL="521985" indent="0">
              <a:buNone/>
              <a:defRPr sz="2283">
                <a:solidFill>
                  <a:schemeClr val="tx1">
                    <a:tint val="75000"/>
                  </a:schemeClr>
                </a:solidFill>
              </a:defRPr>
            </a:lvl2pPr>
            <a:lvl3pPr marL="1043970" indent="0">
              <a:buNone/>
              <a:defRPr sz="2055">
                <a:solidFill>
                  <a:schemeClr val="tx1">
                    <a:tint val="75000"/>
                  </a:schemeClr>
                </a:solidFill>
              </a:defRPr>
            </a:lvl3pPr>
            <a:lvl4pPr marL="1565956" indent="0">
              <a:buNone/>
              <a:defRPr sz="1827">
                <a:solidFill>
                  <a:schemeClr val="tx1">
                    <a:tint val="75000"/>
                  </a:schemeClr>
                </a:solidFill>
              </a:defRPr>
            </a:lvl4pPr>
            <a:lvl5pPr marL="2087941" indent="0">
              <a:buNone/>
              <a:defRPr sz="1827">
                <a:solidFill>
                  <a:schemeClr val="tx1">
                    <a:tint val="75000"/>
                  </a:schemeClr>
                </a:solidFill>
              </a:defRPr>
            </a:lvl5pPr>
            <a:lvl6pPr marL="2609926" indent="0">
              <a:buNone/>
              <a:defRPr sz="1827">
                <a:solidFill>
                  <a:schemeClr val="tx1">
                    <a:tint val="75000"/>
                  </a:schemeClr>
                </a:solidFill>
              </a:defRPr>
            </a:lvl6pPr>
            <a:lvl7pPr marL="3131911" indent="0">
              <a:buNone/>
              <a:defRPr sz="1827">
                <a:solidFill>
                  <a:schemeClr val="tx1">
                    <a:tint val="75000"/>
                  </a:schemeClr>
                </a:solidFill>
              </a:defRPr>
            </a:lvl7pPr>
            <a:lvl8pPr marL="3653897" indent="0">
              <a:buNone/>
              <a:defRPr sz="1827">
                <a:solidFill>
                  <a:schemeClr val="tx1">
                    <a:tint val="75000"/>
                  </a:schemeClr>
                </a:solidFill>
              </a:defRPr>
            </a:lvl8pPr>
            <a:lvl9pPr marL="4175882" indent="0">
              <a:buNone/>
              <a:defRPr sz="182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27CEA-3643-DE48-A4E8-C42FCF65A0A6}" type="datetimeFigureOut">
              <a:rPr lang="en-VN" smtClean="0"/>
              <a:t>4/8/26</a:t>
            </a:fld>
            <a:endParaRPr lang="en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6B610-EBE2-D341-8D2D-7A9992F68DBD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888303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7709" y="2395710"/>
            <a:ext cx="4436745" cy="57101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84946" y="2395710"/>
            <a:ext cx="4436745" cy="57101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27CEA-3643-DE48-A4E8-C42FCF65A0A6}" type="datetimeFigureOut">
              <a:rPr lang="en-VN" smtClean="0"/>
              <a:t>4/8/26</a:t>
            </a:fld>
            <a:endParaRPr lang="en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6B610-EBE2-D341-8D2D-7A9992F68DBD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158562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068" y="479144"/>
            <a:ext cx="9003983" cy="173949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9070" y="2206137"/>
            <a:ext cx="4416355" cy="1081194"/>
          </a:xfrm>
        </p:spPr>
        <p:txBody>
          <a:bodyPr anchor="b"/>
          <a:lstStyle>
            <a:lvl1pPr marL="0" indent="0">
              <a:buNone/>
              <a:defRPr sz="2740" b="1"/>
            </a:lvl1pPr>
            <a:lvl2pPr marL="521985" indent="0">
              <a:buNone/>
              <a:defRPr sz="2283" b="1"/>
            </a:lvl2pPr>
            <a:lvl3pPr marL="1043970" indent="0">
              <a:buNone/>
              <a:defRPr sz="2055" b="1"/>
            </a:lvl3pPr>
            <a:lvl4pPr marL="1565956" indent="0">
              <a:buNone/>
              <a:defRPr sz="1827" b="1"/>
            </a:lvl4pPr>
            <a:lvl5pPr marL="2087941" indent="0">
              <a:buNone/>
              <a:defRPr sz="1827" b="1"/>
            </a:lvl5pPr>
            <a:lvl6pPr marL="2609926" indent="0">
              <a:buNone/>
              <a:defRPr sz="1827" b="1"/>
            </a:lvl6pPr>
            <a:lvl7pPr marL="3131911" indent="0">
              <a:buNone/>
              <a:defRPr sz="1827" b="1"/>
            </a:lvl7pPr>
            <a:lvl8pPr marL="3653897" indent="0">
              <a:buNone/>
              <a:defRPr sz="1827" b="1"/>
            </a:lvl8pPr>
            <a:lvl9pPr marL="4175882" indent="0">
              <a:buNone/>
              <a:defRPr sz="182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0" y="3287331"/>
            <a:ext cx="4416355" cy="48351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84947" y="2206137"/>
            <a:ext cx="4438105" cy="1081194"/>
          </a:xfrm>
        </p:spPr>
        <p:txBody>
          <a:bodyPr anchor="b"/>
          <a:lstStyle>
            <a:lvl1pPr marL="0" indent="0">
              <a:buNone/>
              <a:defRPr sz="2740" b="1"/>
            </a:lvl1pPr>
            <a:lvl2pPr marL="521985" indent="0">
              <a:buNone/>
              <a:defRPr sz="2283" b="1"/>
            </a:lvl2pPr>
            <a:lvl3pPr marL="1043970" indent="0">
              <a:buNone/>
              <a:defRPr sz="2055" b="1"/>
            </a:lvl3pPr>
            <a:lvl4pPr marL="1565956" indent="0">
              <a:buNone/>
              <a:defRPr sz="1827" b="1"/>
            </a:lvl4pPr>
            <a:lvl5pPr marL="2087941" indent="0">
              <a:buNone/>
              <a:defRPr sz="1827" b="1"/>
            </a:lvl5pPr>
            <a:lvl6pPr marL="2609926" indent="0">
              <a:buNone/>
              <a:defRPr sz="1827" b="1"/>
            </a:lvl6pPr>
            <a:lvl7pPr marL="3131911" indent="0">
              <a:buNone/>
              <a:defRPr sz="1827" b="1"/>
            </a:lvl7pPr>
            <a:lvl8pPr marL="3653897" indent="0">
              <a:buNone/>
              <a:defRPr sz="1827" b="1"/>
            </a:lvl8pPr>
            <a:lvl9pPr marL="4175882" indent="0">
              <a:buNone/>
              <a:defRPr sz="182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284947" y="3287331"/>
            <a:ext cx="4438105" cy="48351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27CEA-3643-DE48-A4E8-C42FCF65A0A6}" type="datetimeFigureOut">
              <a:rPr lang="en-VN" smtClean="0"/>
              <a:t>4/8/26</a:t>
            </a:fld>
            <a:endParaRPr lang="en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6B610-EBE2-D341-8D2D-7A9992F68DBD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253471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27CEA-3643-DE48-A4E8-C42FCF65A0A6}" type="datetimeFigureOut">
              <a:rPr lang="en-VN" smtClean="0"/>
              <a:t>4/8/26</a:t>
            </a:fld>
            <a:endParaRPr lang="en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6B610-EBE2-D341-8D2D-7A9992F68DBD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5762424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27CEA-3643-DE48-A4E8-C42FCF65A0A6}" type="datetimeFigureOut">
              <a:rPr lang="en-VN" smtClean="0"/>
              <a:t>4/8/26</a:t>
            </a:fld>
            <a:endParaRPr lang="en-V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6B610-EBE2-D341-8D2D-7A9992F68DBD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0403788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069" y="599969"/>
            <a:ext cx="3366978" cy="2099892"/>
          </a:xfrm>
        </p:spPr>
        <p:txBody>
          <a:bodyPr anchor="b"/>
          <a:lstStyle>
            <a:lvl1pPr>
              <a:defRPr sz="365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38105" y="1295769"/>
            <a:ext cx="5284946" cy="6395505"/>
          </a:xfrm>
        </p:spPr>
        <p:txBody>
          <a:bodyPr/>
          <a:lstStyle>
            <a:lvl1pPr>
              <a:defRPr sz="3653"/>
            </a:lvl1pPr>
            <a:lvl2pPr>
              <a:defRPr sz="3197"/>
            </a:lvl2pPr>
            <a:lvl3pPr>
              <a:defRPr sz="2740"/>
            </a:lvl3pPr>
            <a:lvl4pPr>
              <a:defRPr sz="2283"/>
            </a:lvl4pPr>
            <a:lvl5pPr>
              <a:defRPr sz="2283"/>
            </a:lvl5pPr>
            <a:lvl6pPr>
              <a:defRPr sz="2283"/>
            </a:lvl6pPr>
            <a:lvl7pPr>
              <a:defRPr sz="2283"/>
            </a:lvl7pPr>
            <a:lvl8pPr>
              <a:defRPr sz="2283"/>
            </a:lvl8pPr>
            <a:lvl9pPr>
              <a:defRPr sz="228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9069" y="2699862"/>
            <a:ext cx="3366978" cy="5001827"/>
          </a:xfrm>
        </p:spPr>
        <p:txBody>
          <a:bodyPr/>
          <a:lstStyle>
            <a:lvl1pPr marL="0" indent="0">
              <a:buNone/>
              <a:defRPr sz="1827"/>
            </a:lvl1pPr>
            <a:lvl2pPr marL="521985" indent="0">
              <a:buNone/>
              <a:defRPr sz="1598"/>
            </a:lvl2pPr>
            <a:lvl3pPr marL="1043970" indent="0">
              <a:buNone/>
              <a:defRPr sz="1370"/>
            </a:lvl3pPr>
            <a:lvl4pPr marL="1565956" indent="0">
              <a:buNone/>
              <a:defRPr sz="1142"/>
            </a:lvl4pPr>
            <a:lvl5pPr marL="2087941" indent="0">
              <a:buNone/>
              <a:defRPr sz="1142"/>
            </a:lvl5pPr>
            <a:lvl6pPr marL="2609926" indent="0">
              <a:buNone/>
              <a:defRPr sz="1142"/>
            </a:lvl6pPr>
            <a:lvl7pPr marL="3131911" indent="0">
              <a:buNone/>
              <a:defRPr sz="1142"/>
            </a:lvl7pPr>
            <a:lvl8pPr marL="3653897" indent="0">
              <a:buNone/>
              <a:defRPr sz="1142"/>
            </a:lvl8pPr>
            <a:lvl9pPr marL="4175882" indent="0">
              <a:buNone/>
              <a:defRPr sz="114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27CEA-3643-DE48-A4E8-C42FCF65A0A6}" type="datetimeFigureOut">
              <a:rPr lang="en-VN" smtClean="0"/>
              <a:t>4/8/26</a:t>
            </a:fld>
            <a:endParaRPr lang="en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6B610-EBE2-D341-8D2D-7A9992F68DBD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5735485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069" y="599969"/>
            <a:ext cx="3366978" cy="2099892"/>
          </a:xfrm>
        </p:spPr>
        <p:txBody>
          <a:bodyPr anchor="b"/>
          <a:lstStyle>
            <a:lvl1pPr>
              <a:defRPr sz="365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38105" y="1295769"/>
            <a:ext cx="5284946" cy="6395505"/>
          </a:xfrm>
        </p:spPr>
        <p:txBody>
          <a:bodyPr anchor="t"/>
          <a:lstStyle>
            <a:lvl1pPr marL="0" indent="0">
              <a:buNone/>
              <a:defRPr sz="3653"/>
            </a:lvl1pPr>
            <a:lvl2pPr marL="521985" indent="0">
              <a:buNone/>
              <a:defRPr sz="3197"/>
            </a:lvl2pPr>
            <a:lvl3pPr marL="1043970" indent="0">
              <a:buNone/>
              <a:defRPr sz="2740"/>
            </a:lvl3pPr>
            <a:lvl4pPr marL="1565956" indent="0">
              <a:buNone/>
              <a:defRPr sz="2283"/>
            </a:lvl4pPr>
            <a:lvl5pPr marL="2087941" indent="0">
              <a:buNone/>
              <a:defRPr sz="2283"/>
            </a:lvl5pPr>
            <a:lvl6pPr marL="2609926" indent="0">
              <a:buNone/>
              <a:defRPr sz="2283"/>
            </a:lvl6pPr>
            <a:lvl7pPr marL="3131911" indent="0">
              <a:buNone/>
              <a:defRPr sz="2283"/>
            </a:lvl7pPr>
            <a:lvl8pPr marL="3653897" indent="0">
              <a:buNone/>
              <a:defRPr sz="2283"/>
            </a:lvl8pPr>
            <a:lvl9pPr marL="4175882" indent="0">
              <a:buNone/>
              <a:defRPr sz="228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9069" y="2699862"/>
            <a:ext cx="3366978" cy="5001827"/>
          </a:xfrm>
        </p:spPr>
        <p:txBody>
          <a:bodyPr/>
          <a:lstStyle>
            <a:lvl1pPr marL="0" indent="0">
              <a:buNone/>
              <a:defRPr sz="1827"/>
            </a:lvl1pPr>
            <a:lvl2pPr marL="521985" indent="0">
              <a:buNone/>
              <a:defRPr sz="1598"/>
            </a:lvl2pPr>
            <a:lvl3pPr marL="1043970" indent="0">
              <a:buNone/>
              <a:defRPr sz="1370"/>
            </a:lvl3pPr>
            <a:lvl4pPr marL="1565956" indent="0">
              <a:buNone/>
              <a:defRPr sz="1142"/>
            </a:lvl4pPr>
            <a:lvl5pPr marL="2087941" indent="0">
              <a:buNone/>
              <a:defRPr sz="1142"/>
            </a:lvl5pPr>
            <a:lvl6pPr marL="2609926" indent="0">
              <a:buNone/>
              <a:defRPr sz="1142"/>
            </a:lvl6pPr>
            <a:lvl7pPr marL="3131911" indent="0">
              <a:buNone/>
              <a:defRPr sz="1142"/>
            </a:lvl7pPr>
            <a:lvl8pPr marL="3653897" indent="0">
              <a:buNone/>
              <a:defRPr sz="1142"/>
            </a:lvl8pPr>
            <a:lvl9pPr marL="4175882" indent="0">
              <a:buNone/>
              <a:defRPr sz="114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27CEA-3643-DE48-A4E8-C42FCF65A0A6}" type="datetimeFigureOut">
              <a:rPr lang="en-VN" smtClean="0"/>
              <a:t>4/8/26</a:t>
            </a:fld>
            <a:endParaRPr lang="en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6B610-EBE2-D341-8D2D-7A9992F68DBD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065228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27CEA-3643-DE48-A4E8-C42FCF65A0A6}" type="datetimeFigureOut">
              <a:rPr lang="en-VN" smtClean="0"/>
              <a:t>4/8/26</a:t>
            </a:fld>
            <a:endParaRPr lang="en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6B610-EBE2-D341-8D2D-7A9992F68DBD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240749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70696" y="479142"/>
            <a:ext cx="2250996" cy="762669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17710" y="479142"/>
            <a:ext cx="6622494" cy="762669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27CEA-3643-DE48-A4E8-C42FCF65A0A6}" type="datetimeFigureOut">
              <a:rPr lang="en-VN" smtClean="0"/>
              <a:t>4/8/26</a:t>
            </a:fld>
            <a:endParaRPr lang="en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6B610-EBE2-D341-8D2D-7A9992F68DBD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15095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7709" y="479144"/>
            <a:ext cx="9003983" cy="1739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7709" y="2395710"/>
            <a:ext cx="9003983" cy="5710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7709" y="8341240"/>
            <a:ext cx="2348865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7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D27CEA-3643-DE48-A4E8-C42FCF65A0A6}" type="datetimeFigureOut">
              <a:rPr lang="en-VN" smtClean="0"/>
              <a:t>4/8/26</a:t>
            </a:fld>
            <a:endParaRPr lang="en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8051" y="8341240"/>
            <a:ext cx="3523298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7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372826" y="8341240"/>
            <a:ext cx="2348865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7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F6B610-EBE2-D341-8D2D-7A9992F68DBD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622336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1043970" rtl="0" eaLnBrk="1" latinLnBrk="0" hangingPunct="1">
        <a:lnSpc>
          <a:spcPct val="90000"/>
        </a:lnSpc>
        <a:spcBef>
          <a:spcPct val="0"/>
        </a:spcBef>
        <a:buNone/>
        <a:defRPr sz="502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0993" indent="-260993" algn="l" defTabSz="1043970" rtl="0" eaLnBrk="1" latinLnBrk="0" hangingPunct="1">
        <a:lnSpc>
          <a:spcPct val="90000"/>
        </a:lnSpc>
        <a:spcBef>
          <a:spcPts val="1142"/>
        </a:spcBef>
        <a:buFont typeface="Arial" panose="020B0604020202020204" pitchFamily="34" charset="0"/>
        <a:buChar char="•"/>
        <a:defRPr sz="3197" kern="1200">
          <a:solidFill>
            <a:schemeClr val="tx1"/>
          </a:solidFill>
          <a:latin typeface="+mn-lt"/>
          <a:ea typeface="+mn-ea"/>
          <a:cs typeface="+mn-cs"/>
        </a:defRPr>
      </a:lvl1pPr>
      <a:lvl2pPr marL="782978" indent="-260993" algn="l" defTabSz="1043970" rtl="0" eaLnBrk="1" latinLnBrk="0" hangingPunct="1">
        <a:lnSpc>
          <a:spcPct val="90000"/>
        </a:lnSpc>
        <a:spcBef>
          <a:spcPts val="571"/>
        </a:spcBef>
        <a:buFont typeface="Arial" panose="020B0604020202020204" pitchFamily="34" charset="0"/>
        <a:buChar char="•"/>
        <a:defRPr sz="2740" kern="1200">
          <a:solidFill>
            <a:schemeClr val="tx1"/>
          </a:solidFill>
          <a:latin typeface="+mn-lt"/>
          <a:ea typeface="+mn-ea"/>
          <a:cs typeface="+mn-cs"/>
        </a:defRPr>
      </a:lvl2pPr>
      <a:lvl3pPr marL="1304963" indent="-260993" algn="l" defTabSz="1043970" rtl="0" eaLnBrk="1" latinLnBrk="0" hangingPunct="1">
        <a:lnSpc>
          <a:spcPct val="90000"/>
        </a:lnSpc>
        <a:spcBef>
          <a:spcPts val="571"/>
        </a:spcBef>
        <a:buFont typeface="Arial" panose="020B0604020202020204" pitchFamily="34" charset="0"/>
        <a:buChar char="•"/>
        <a:defRPr sz="2283" kern="1200">
          <a:solidFill>
            <a:schemeClr val="tx1"/>
          </a:solidFill>
          <a:latin typeface="+mn-lt"/>
          <a:ea typeface="+mn-ea"/>
          <a:cs typeface="+mn-cs"/>
        </a:defRPr>
      </a:lvl3pPr>
      <a:lvl4pPr marL="1826948" indent="-260993" algn="l" defTabSz="1043970" rtl="0" eaLnBrk="1" latinLnBrk="0" hangingPunct="1">
        <a:lnSpc>
          <a:spcPct val="90000"/>
        </a:lnSpc>
        <a:spcBef>
          <a:spcPts val="571"/>
        </a:spcBef>
        <a:buFont typeface="Arial" panose="020B0604020202020204" pitchFamily="34" charset="0"/>
        <a:buChar char="•"/>
        <a:defRPr sz="2055" kern="1200">
          <a:solidFill>
            <a:schemeClr val="tx1"/>
          </a:solidFill>
          <a:latin typeface="+mn-lt"/>
          <a:ea typeface="+mn-ea"/>
          <a:cs typeface="+mn-cs"/>
        </a:defRPr>
      </a:lvl4pPr>
      <a:lvl5pPr marL="2348934" indent="-260993" algn="l" defTabSz="1043970" rtl="0" eaLnBrk="1" latinLnBrk="0" hangingPunct="1">
        <a:lnSpc>
          <a:spcPct val="90000"/>
        </a:lnSpc>
        <a:spcBef>
          <a:spcPts val="571"/>
        </a:spcBef>
        <a:buFont typeface="Arial" panose="020B0604020202020204" pitchFamily="34" charset="0"/>
        <a:buChar char="•"/>
        <a:defRPr sz="2055" kern="1200">
          <a:solidFill>
            <a:schemeClr val="tx1"/>
          </a:solidFill>
          <a:latin typeface="+mn-lt"/>
          <a:ea typeface="+mn-ea"/>
          <a:cs typeface="+mn-cs"/>
        </a:defRPr>
      </a:lvl5pPr>
      <a:lvl6pPr marL="2870919" indent="-260993" algn="l" defTabSz="1043970" rtl="0" eaLnBrk="1" latinLnBrk="0" hangingPunct="1">
        <a:lnSpc>
          <a:spcPct val="90000"/>
        </a:lnSpc>
        <a:spcBef>
          <a:spcPts val="571"/>
        </a:spcBef>
        <a:buFont typeface="Arial" panose="020B0604020202020204" pitchFamily="34" charset="0"/>
        <a:buChar char="•"/>
        <a:defRPr sz="2055" kern="1200">
          <a:solidFill>
            <a:schemeClr val="tx1"/>
          </a:solidFill>
          <a:latin typeface="+mn-lt"/>
          <a:ea typeface="+mn-ea"/>
          <a:cs typeface="+mn-cs"/>
        </a:defRPr>
      </a:lvl6pPr>
      <a:lvl7pPr marL="3392904" indent="-260993" algn="l" defTabSz="1043970" rtl="0" eaLnBrk="1" latinLnBrk="0" hangingPunct="1">
        <a:lnSpc>
          <a:spcPct val="90000"/>
        </a:lnSpc>
        <a:spcBef>
          <a:spcPts val="571"/>
        </a:spcBef>
        <a:buFont typeface="Arial" panose="020B0604020202020204" pitchFamily="34" charset="0"/>
        <a:buChar char="•"/>
        <a:defRPr sz="2055" kern="1200">
          <a:solidFill>
            <a:schemeClr val="tx1"/>
          </a:solidFill>
          <a:latin typeface="+mn-lt"/>
          <a:ea typeface="+mn-ea"/>
          <a:cs typeface="+mn-cs"/>
        </a:defRPr>
      </a:lvl7pPr>
      <a:lvl8pPr marL="3914889" indent="-260993" algn="l" defTabSz="1043970" rtl="0" eaLnBrk="1" latinLnBrk="0" hangingPunct="1">
        <a:lnSpc>
          <a:spcPct val="90000"/>
        </a:lnSpc>
        <a:spcBef>
          <a:spcPts val="571"/>
        </a:spcBef>
        <a:buFont typeface="Arial" panose="020B0604020202020204" pitchFamily="34" charset="0"/>
        <a:buChar char="•"/>
        <a:defRPr sz="2055" kern="1200">
          <a:solidFill>
            <a:schemeClr val="tx1"/>
          </a:solidFill>
          <a:latin typeface="+mn-lt"/>
          <a:ea typeface="+mn-ea"/>
          <a:cs typeface="+mn-cs"/>
        </a:defRPr>
      </a:lvl8pPr>
      <a:lvl9pPr marL="4436875" indent="-260993" algn="l" defTabSz="1043970" rtl="0" eaLnBrk="1" latinLnBrk="0" hangingPunct="1">
        <a:lnSpc>
          <a:spcPct val="90000"/>
        </a:lnSpc>
        <a:spcBef>
          <a:spcPts val="571"/>
        </a:spcBef>
        <a:buFont typeface="Arial" panose="020B0604020202020204" pitchFamily="34" charset="0"/>
        <a:buChar char="•"/>
        <a:defRPr sz="205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43970" rtl="0" eaLnBrk="1" latinLnBrk="0" hangingPunct="1">
        <a:defRPr sz="2055" kern="1200">
          <a:solidFill>
            <a:schemeClr val="tx1"/>
          </a:solidFill>
          <a:latin typeface="+mn-lt"/>
          <a:ea typeface="+mn-ea"/>
          <a:cs typeface="+mn-cs"/>
        </a:defRPr>
      </a:lvl1pPr>
      <a:lvl2pPr marL="521985" algn="l" defTabSz="1043970" rtl="0" eaLnBrk="1" latinLnBrk="0" hangingPunct="1">
        <a:defRPr sz="2055" kern="1200">
          <a:solidFill>
            <a:schemeClr val="tx1"/>
          </a:solidFill>
          <a:latin typeface="+mn-lt"/>
          <a:ea typeface="+mn-ea"/>
          <a:cs typeface="+mn-cs"/>
        </a:defRPr>
      </a:lvl2pPr>
      <a:lvl3pPr marL="1043970" algn="l" defTabSz="1043970" rtl="0" eaLnBrk="1" latinLnBrk="0" hangingPunct="1">
        <a:defRPr sz="2055" kern="1200">
          <a:solidFill>
            <a:schemeClr val="tx1"/>
          </a:solidFill>
          <a:latin typeface="+mn-lt"/>
          <a:ea typeface="+mn-ea"/>
          <a:cs typeface="+mn-cs"/>
        </a:defRPr>
      </a:lvl3pPr>
      <a:lvl4pPr marL="1565956" algn="l" defTabSz="1043970" rtl="0" eaLnBrk="1" latinLnBrk="0" hangingPunct="1">
        <a:defRPr sz="2055" kern="1200">
          <a:solidFill>
            <a:schemeClr val="tx1"/>
          </a:solidFill>
          <a:latin typeface="+mn-lt"/>
          <a:ea typeface="+mn-ea"/>
          <a:cs typeface="+mn-cs"/>
        </a:defRPr>
      </a:lvl4pPr>
      <a:lvl5pPr marL="2087941" algn="l" defTabSz="1043970" rtl="0" eaLnBrk="1" latinLnBrk="0" hangingPunct="1">
        <a:defRPr sz="2055" kern="1200">
          <a:solidFill>
            <a:schemeClr val="tx1"/>
          </a:solidFill>
          <a:latin typeface="+mn-lt"/>
          <a:ea typeface="+mn-ea"/>
          <a:cs typeface="+mn-cs"/>
        </a:defRPr>
      </a:lvl5pPr>
      <a:lvl6pPr marL="2609926" algn="l" defTabSz="1043970" rtl="0" eaLnBrk="1" latinLnBrk="0" hangingPunct="1">
        <a:defRPr sz="2055" kern="1200">
          <a:solidFill>
            <a:schemeClr val="tx1"/>
          </a:solidFill>
          <a:latin typeface="+mn-lt"/>
          <a:ea typeface="+mn-ea"/>
          <a:cs typeface="+mn-cs"/>
        </a:defRPr>
      </a:lvl6pPr>
      <a:lvl7pPr marL="3131911" algn="l" defTabSz="1043970" rtl="0" eaLnBrk="1" latinLnBrk="0" hangingPunct="1">
        <a:defRPr sz="2055" kern="1200">
          <a:solidFill>
            <a:schemeClr val="tx1"/>
          </a:solidFill>
          <a:latin typeface="+mn-lt"/>
          <a:ea typeface="+mn-ea"/>
          <a:cs typeface="+mn-cs"/>
        </a:defRPr>
      </a:lvl7pPr>
      <a:lvl8pPr marL="3653897" algn="l" defTabSz="1043970" rtl="0" eaLnBrk="1" latinLnBrk="0" hangingPunct="1">
        <a:defRPr sz="2055" kern="1200">
          <a:solidFill>
            <a:schemeClr val="tx1"/>
          </a:solidFill>
          <a:latin typeface="+mn-lt"/>
          <a:ea typeface="+mn-ea"/>
          <a:cs typeface="+mn-cs"/>
        </a:defRPr>
      </a:lvl8pPr>
      <a:lvl9pPr marL="4175882" algn="l" defTabSz="1043970" rtl="0" eaLnBrk="1" latinLnBrk="0" hangingPunct="1">
        <a:defRPr sz="205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B724E121-4903-7B45-88E2-F7C026B256F4}"/>
              </a:ext>
            </a:extLst>
          </p:cNvPr>
          <p:cNvGrpSpPr/>
          <p:nvPr/>
        </p:nvGrpSpPr>
        <p:grpSpPr>
          <a:xfrm>
            <a:off x="33577" y="4071999"/>
            <a:ext cx="5040223" cy="3216480"/>
            <a:chOff x="2702034" y="1272688"/>
            <a:chExt cx="4621240" cy="2949101"/>
          </a:xfrm>
        </p:grpSpPr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B989AC5B-9130-9346-B908-29E90DF885D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5395"/>
            <a:stretch/>
          </p:blipFill>
          <p:spPr>
            <a:xfrm>
              <a:off x="2702034" y="1272688"/>
              <a:ext cx="4621240" cy="2949101"/>
            </a:xfrm>
            <a:prstGeom prst="rect">
              <a:avLst/>
            </a:pr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160FF810-3985-4049-B9DA-DD1DBA0E1519}"/>
                </a:ext>
              </a:extLst>
            </p:cNvPr>
            <p:cNvSpPr txBox="1"/>
            <p:nvPr/>
          </p:nvSpPr>
          <p:spPr>
            <a:xfrm>
              <a:off x="2987091" y="1327841"/>
              <a:ext cx="552913" cy="2821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VN" sz="1400" dirty="0"/>
                <a:t>C)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0B18AB66-F2A5-544B-9ED3-A8B3B95DDEEC}"/>
                </a:ext>
              </a:extLst>
            </p:cNvPr>
            <p:cNvSpPr txBox="1"/>
            <p:nvPr/>
          </p:nvSpPr>
          <p:spPr>
            <a:xfrm>
              <a:off x="5340365" y="1358577"/>
              <a:ext cx="122193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k</a:t>
              </a:r>
              <a:r>
                <a:rPr lang="en-VN" sz="1400" dirty="0"/>
                <a:t>2 waves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54956F5C-0C4E-9B45-A9F6-FC9ECF26797D}"/>
              </a:ext>
            </a:extLst>
          </p:cNvPr>
          <p:cNvGrpSpPr/>
          <p:nvPr/>
        </p:nvGrpSpPr>
        <p:grpSpPr>
          <a:xfrm>
            <a:off x="5164793" y="4037387"/>
            <a:ext cx="5188068" cy="3216480"/>
            <a:chOff x="7356952" y="1280729"/>
            <a:chExt cx="4756795" cy="2949101"/>
          </a:xfrm>
        </p:grpSpPr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66C1C87C-8AC2-7D40-B0EF-13005F29141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5395"/>
            <a:stretch/>
          </p:blipFill>
          <p:spPr>
            <a:xfrm>
              <a:off x="7356952" y="1280729"/>
              <a:ext cx="4756795" cy="2949101"/>
            </a:xfrm>
            <a:prstGeom prst="rect">
              <a:avLst/>
            </a:prstGeom>
          </p:spPr>
        </p:pic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D8C2766A-22D1-7C42-89AE-719B559013E0}"/>
                </a:ext>
              </a:extLst>
            </p:cNvPr>
            <p:cNvSpPr txBox="1"/>
            <p:nvPr/>
          </p:nvSpPr>
          <p:spPr>
            <a:xfrm>
              <a:off x="7670364" y="1300064"/>
              <a:ext cx="573963" cy="2821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VN" sz="1400" dirty="0"/>
                <a:t>D)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2B567C50-3222-6446-8297-CC58789CDFE6}"/>
                </a:ext>
              </a:extLst>
            </p:cNvPr>
            <p:cNvSpPr txBox="1"/>
            <p:nvPr/>
          </p:nvSpPr>
          <p:spPr>
            <a:xfrm>
              <a:off x="10343942" y="1366612"/>
              <a:ext cx="85988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k</a:t>
              </a:r>
              <a:r>
                <a:rPr lang="en-VN" sz="1400" dirty="0"/>
                <a:t>1 waves</a:t>
              </a:r>
            </a:p>
          </p:txBody>
        </p:sp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6B5ED77F-D582-D643-A21E-BF1DBAF31A65}"/>
              </a:ext>
            </a:extLst>
          </p:cNvPr>
          <p:cNvSpPr txBox="1"/>
          <p:nvPr/>
        </p:nvSpPr>
        <p:spPr>
          <a:xfrm>
            <a:off x="940624" y="3688483"/>
            <a:ext cx="30989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sz="1400" dirty="0"/>
              <a:t>Variability vs. Wavelength Map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BC1F5CF-DE77-DE4A-A838-E1FD231C041D}"/>
              </a:ext>
            </a:extLst>
          </p:cNvPr>
          <p:cNvGrpSpPr/>
          <p:nvPr/>
        </p:nvGrpSpPr>
        <p:grpSpPr>
          <a:xfrm>
            <a:off x="553398" y="302259"/>
            <a:ext cx="5479930" cy="2929343"/>
            <a:chOff x="-51118" y="-594586"/>
            <a:chExt cx="5479930" cy="2929343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D598949E-0A5C-E649-9697-8943CF9A2BA2}"/>
                </a:ext>
              </a:extLst>
            </p:cNvPr>
            <p:cNvGrpSpPr/>
            <p:nvPr/>
          </p:nvGrpSpPr>
          <p:grpSpPr>
            <a:xfrm>
              <a:off x="2866761" y="1174649"/>
              <a:ext cx="2457145" cy="755590"/>
              <a:chOff x="3236055" y="2412391"/>
              <a:chExt cx="3276193" cy="1007451"/>
            </a:xfrm>
          </p:grpSpPr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A28E0F22-104F-5345-9C7B-0B98F9A47428}"/>
                  </a:ext>
                </a:extLst>
              </p:cNvPr>
              <p:cNvSpPr txBox="1"/>
              <p:nvPr/>
            </p:nvSpPr>
            <p:spPr>
              <a:xfrm>
                <a:off x="3591228" y="3050511"/>
                <a:ext cx="2565845" cy="369331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VN" sz="1200" b="1" dirty="0">
                    <a:solidFill>
                      <a:srgbClr val="FF0000"/>
                    </a:solidFill>
                  </a:rPr>
                  <a:t>Fe, MgSiO</a:t>
                </a:r>
                <a:r>
                  <a:rPr lang="en-VN" sz="1200" b="1" baseline="-25000" dirty="0">
                    <a:solidFill>
                      <a:srgbClr val="FF0000"/>
                    </a:solidFill>
                  </a:rPr>
                  <a:t>3</a:t>
                </a:r>
                <a:r>
                  <a:rPr lang="en-VN" sz="1200" b="1" dirty="0">
                    <a:solidFill>
                      <a:srgbClr val="FF0000"/>
                    </a:solidFill>
                  </a:rPr>
                  <a:t>: </a:t>
                </a:r>
                <a:r>
                  <a:rPr lang="en-VN" sz="1200" dirty="0">
                    <a:solidFill>
                      <a:srgbClr val="FF0000"/>
                    </a:solidFill>
                  </a:rPr>
                  <a:t>f</a:t>
                </a:r>
                <a:r>
                  <a:rPr lang="en-VN" sz="1000" dirty="0">
                    <a:solidFill>
                      <a:srgbClr val="FF0000"/>
                    </a:solidFill>
                  </a:rPr>
                  <a:t>sed</a:t>
                </a:r>
                <a:r>
                  <a:rPr lang="en-VN" sz="1200" dirty="0">
                    <a:solidFill>
                      <a:srgbClr val="FF0000"/>
                    </a:solidFill>
                  </a:rPr>
                  <a:t> = 3.0 - 3.6</a:t>
                </a: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FB21D471-EC46-E04A-AACF-3A42B978E5FD}"/>
                  </a:ext>
                </a:extLst>
              </p:cNvPr>
              <p:cNvSpPr txBox="1"/>
              <p:nvPr/>
            </p:nvSpPr>
            <p:spPr>
              <a:xfrm>
                <a:off x="3236055" y="2412391"/>
                <a:ext cx="3276193" cy="61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i="1" dirty="0">
                    <a:solidFill>
                      <a:srgbClr val="FF0000"/>
                    </a:solidFill>
                  </a:rPr>
                  <a:t>k</a:t>
                </a:r>
                <a:r>
                  <a:rPr lang="en-VN" sz="1200" i="1" dirty="0">
                    <a:solidFill>
                      <a:srgbClr val="FF0000"/>
                    </a:solidFill>
                  </a:rPr>
                  <a:t>2 waves: thinner, mid-latitude clouds at depth?</a:t>
                </a:r>
              </a:p>
            </p:txBody>
          </p: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4E7A92B3-DF52-154F-8E5F-8F47407B811E}"/>
                </a:ext>
              </a:extLst>
            </p:cNvPr>
            <p:cNvGrpSpPr/>
            <p:nvPr/>
          </p:nvGrpSpPr>
          <p:grpSpPr>
            <a:xfrm>
              <a:off x="2891085" y="157380"/>
              <a:ext cx="2537727" cy="727084"/>
              <a:chOff x="2515411" y="1433183"/>
              <a:chExt cx="4462996" cy="969443"/>
            </a:xfrm>
          </p:grpSpPr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8D5132B-6C5E-284E-A858-BAD48160B459}"/>
                  </a:ext>
                </a:extLst>
              </p:cNvPr>
              <p:cNvSpPr txBox="1"/>
              <p:nvPr/>
            </p:nvSpPr>
            <p:spPr>
              <a:xfrm>
                <a:off x="2929526" y="1787074"/>
                <a:ext cx="3567348" cy="615552"/>
              </a:xfrm>
              <a:prstGeom prst="rect">
                <a:avLst/>
              </a:prstGeom>
              <a:noFill/>
              <a:ln w="19050">
                <a:solidFill>
                  <a:srgbClr val="00B0F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VN" sz="1200" b="1" dirty="0">
                    <a:solidFill>
                      <a:srgbClr val="00B0F0"/>
                    </a:solidFill>
                  </a:rPr>
                  <a:t>Fe, MgSiO</a:t>
                </a:r>
                <a:r>
                  <a:rPr lang="en-VN" sz="1200" b="1" baseline="-25000" dirty="0">
                    <a:solidFill>
                      <a:srgbClr val="00B0F0"/>
                    </a:solidFill>
                  </a:rPr>
                  <a:t>3</a:t>
                </a:r>
                <a:r>
                  <a:rPr lang="en-VN" sz="1200" b="1" dirty="0">
                    <a:solidFill>
                      <a:srgbClr val="00B0F0"/>
                    </a:solidFill>
                  </a:rPr>
                  <a:t>, Mg</a:t>
                </a:r>
                <a:r>
                  <a:rPr lang="en-VN" sz="1200" b="1" baseline="-25000" dirty="0">
                    <a:solidFill>
                      <a:srgbClr val="00B0F0"/>
                    </a:solidFill>
                  </a:rPr>
                  <a:t>2</a:t>
                </a:r>
                <a:r>
                  <a:rPr lang="en-VN" sz="1200" b="1" dirty="0">
                    <a:solidFill>
                      <a:srgbClr val="00B0F0"/>
                    </a:solidFill>
                  </a:rPr>
                  <a:t>SiO</a:t>
                </a:r>
                <a:r>
                  <a:rPr lang="en-VN" sz="1200" b="1" baseline="-25000" dirty="0">
                    <a:solidFill>
                      <a:srgbClr val="00B0F0"/>
                    </a:solidFill>
                  </a:rPr>
                  <a:t>4</a:t>
                </a:r>
                <a:r>
                  <a:rPr lang="en-VN" sz="1200" b="1" dirty="0">
                    <a:solidFill>
                      <a:srgbClr val="00B0F0"/>
                    </a:solidFill>
                  </a:rPr>
                  <a:t>, Na</a:t>
                </a:r>
                <a:r>
                  <a:rPr lang="en-VN" sz="1200" b="1" baseline="-25000" dirty="0">
                    <a:solidFill>
                      <a:srgbClr val="00B0F0"/>
                    </a:solidFill>
                  </a:rPr>
                  <a:t>2</a:t>
                </a:r>
                <a:r>
                  <a:rPr lang="en-VN" sz="1200" b="1" dirty="0">
                    <a:solidFill>
                      <a:srgbClr val="00B0F0"/>
                    </a:solidFill>
                  </a:rPr>
                  <a:t>S</a:t>
                </a:r>
              </a:p>
              <a:p>
                <a:pPr algn="ctr"/>
                <a:r>
                  <a:rPr lang="en-US" sz="1200" dirty="0">
                    <a:solidFill>
                      <a:srgbClr val="00B0F0"/>
                    </a:solidFill>
                  </a:rPr>
                  <a:t>f</a:t>
                </a:r>
                <a:r>
                  <a:rPr lang="en-VN" sz="1000" dirty="0">
                    <a:solidFill>
                      <a:srgbClr val="00B0F0"/>
                    </a:solidFill>
                  </a:rPr>
                  <a:t>sed</a:t>
                </a:r>
                <a:r>
                  <a:rPr lang="en-VN" sz="1200" dirty="0">
                    <a:solidFill>
                      <a:srgbClr val="00B0F0"/>
                    </a:solidFill>
                  </a:rPr>
                  <a:t> = 2.0 - 2.2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ABD57A5A-7C22-984C-B387-909C6FD71F40}"/>
                  </a:ext>
                </a:extLst>
              </p:cNvPr>
              <p:cNvSpPr txBox="1"/>
              <p:nvPr/>
            </p:nvSpPr>
            <p:spPr>
              <a:xfrm>
                <a:off x="2515411" y="1433183"/>
                <a:ext cx="4462996" cy="369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i="1" dirty="0">
                    <a:solidFill>
                      <a:srgbClr val="00B0F0"/>
                    </a:solidFill>
                  </a:rPr>
                  <a:t>k</a:t>
                </a:r>
                <a:r>
                  <a:rPr lang="en-VN" sz="1200" i="1" dirty="0">
                    <a:solidFill>
                      <a:srgbClr val="00B0F0"/>
                    </a:solidFill>
                  </a:rPr>
                  <a:t>1 waves: thick equatorial clouds</a:t>
                </a:r>
              </a:p>
            </p:txBody>
          </p:sp>
        </p:grp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478A4A33-1306-4D40-84BF-2519B95F3AF3}"/>
                </a:ext>
              </a:extLst>
            </p:cNvPr>
            <p:cNvGrpSpPr/>
            <p:nvPr/>
          </p:nvGrpSpPr>
          <p:grpSpPr>
            <a:xfrm>
              <a:off x="301744" y="-220064"/>
              <a:ext cx="2865165" cy="2554821"/>
              <a:chOff x="-8702" y="1359055"/>
              <a:chExt cx="2865165" cy="2554820"/>
            </a:xfrm>
          </p:grpSpPr>
          <p:grpSp>
            <p:nvGrpSpPr>
              <p:cNvPr id="87" name="Group 86">
                <a:extLst>
                  <a:ext uri="{FF2B5EF4-FFF2-40B4-BE49-F238E27FC236}">
                    <a16:creationId xmlns:a16="http://schemas.microsoft.com/office/drawing/2014/main" id="{D9B2D73C-B81D-C44F-9C47-A6F56E91105F}"/>
                  </a:ext>
                </a:extLst>
              </p:cNvPr>
              <p:cNvGrpSpPr/>
              <p:nvPr/>
            </p:nvGrpSpPr>
            <p:grpSpPr>
              <a:xfrm>
                <a:off x="-8702" y="1563172"/>
                <a:ext cx="2494488" cy="2145251"/>
                <a:chOff x="-8702" y="1563172"/>
                <a:chExt cx="2494488" cy="2145251"/>
              </a:xfrm>
            </p:grpSpPr>
            <p:grpSp>
              <p:nvGrpSpPr>
                <p:cNvPr id="54" name="Group 53">
                  <a:extLst>
                    <a:ext uri="{FF2B5EF4-FFF2-40B4-BE49-F238E27FC236}">
                      <a16:creationId xmlns:a16="http://schemas.microsoft.com/office/drawing/2014/main" id="{DBE19EC3-8228-6E43-A70F-967D6C123045}"/>
                    </a:ext>
                  </a:extLst>
                </p:cNvPr>
                <p:cNvGrpSpPr/>
                <p:nvPr/>
              </p:nvGrpSpPr>
              <p:grpSpPr>
                <a:xfrm>
                  <a:off x="-8702" y="1563172"/>
                  <a:ext cx="2494488" cy="2145251"/>
                  <a:chOff x="8659760" y="196172"/>
                  <a:chExt cx="2863498" cy="2462598"/>
                </a:xfrm>
              </p:grpSpPr>
              <p:sp>
                <p:nvSpPr>
                  <p:cNvPr id="38" name="TextBox 37">
                    <a:extLst>
                      <a:ext uri="{FF2B5EF4-FFF2-40B4-BE49-F238E27FC236}">
                        <a16:creationId xmlns:a16="http://schemas.microsoft.com/office/drawing/2014/main" id="{6C185190-3744-514B-808E-42C55EB0370D}"/>
                      </a:ext>
                    </a:extLst>
                  </p:cNvPr>
                  <p:cNvSpPr txBox="1"/>
                  <p:nvPr/>
                </p:nvSpPr>
                <p:spPr>
                  <a:xfrm>
                    <a:off x="8659760" y="1087056"/>
                    <a:ext cx="445187" cy="35330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VN" sz="1400" b="1" dirty="0">
                        <a:solidFill>
                          <a:srgbClr val="00B0F0"/>
                        </a:solidFill>
                      </a:rPr>
                      <a:t>k1</a:t>
                    </a:r>
                    <a:endParaRPr lang="en-VN" sz="1351" b="1" dirty="0">
                      <a:solidFill>
                        <a:srgbClr val="00B0F0"/>
                      </a:solidFill>
                    </a:endParaRPr>
                  </a:p>
                </p:txBody>
              </p:sp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8DBDB40A-0EA0-EA46-BF9F-5FDA3C132872}"/>
                      </a:ext>
                    </a:extLst>
                  </p:cNvPr>
                  <p:cNvSpPr txBox="1"/>
                  <p:nvPr/>
                </p:nvSpPr>
                <p:spPr>
                  <a:xfrm>
                    <a:off x="8733932" y="734370"/>
                    <a:ext cx="463501" cy="35330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VN" sz="1400" b="1" dirty="0">
                        <a:solidFill>
                          <a:srgbClr val="FF0000"/>
                        </a:solidFill>
                      </a:rPr>
                      <a:t>k2</a:t>
                    </a:r>
                    <a:endParaRPr lang="en-VN" sz="1351" b="1" dirty="0">
                      <a:solidFill>
                        <a:srgbClr val="FF0000"/>
                      </a:solidFill>
                    </a:endParaRPr>
                  </a:p>
                </p:txBody>
              </p:sp>
              <p:sp>
                <p:nvSpPr>
                  <p:cNvPr id="40" name="TextBox 39">
                    <a:extLst>
                      <a:ext uri="{FF2B5EF4-FFF2-40B4-BE49-F238E27FC236}">
                        <a16:creationId xmlns:a16="http://schemas.microsoft.com/office/drawing/2014/main" id="{BFD98826-D561-464A-ADDB-C4D0569EDFFB}"/>
                      </a:ext>
                    </a:extLst>
                  </p:cNvPr>
                  <p:cNvSpPr txBox="1"/>
                  <p:nvPr/>
                </p:nvSpPr>
                <p:spPr>
                  <a:xfrm>
                    <a:off x="8668585" y="1476410"/>
                    <a:ext cx="464353" cy="35330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VN" sz="1400" b="1" dirty="0">
                        <a:solidFill>
                          <a:srgbClr val="00B0F0"/>
                        </a:solidFill>
                      </a:rPr>
                      <a:t>k1</a:t>
                    </a:r>
                    <a:endParaRPr lang="en-VN" sz="1351" b="1" dirty="0">
                      <a:solidFill>
                        <a:srgbClr val="00B0F0"/>
                      </a:solidFill>
                    </a:endParaRPr>
                  </a:p>
                </p:txBody>
              </p:sp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id="{21BBBB81-F00D-2D40-94C6-93DD2EDC011B}"/>
                      </a:ext>
                    </a:extLst>
                  </p:cNvPr>
                  <p:cNvSpPr txBox="1"/>
                  <p:nvPr/>
                </p:nvSpPr>
                <p:spPr>
                  <a:xfrm>
                    <a:off x="8719936" y="1790243"/>
                    <a:ext cx="467237" cy="35330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VN" sz="1400" b="1" dirty="0">
                        <a:solidFill>
                          <a:srgbClr val="FF0000"/>
                        </a:solidFill>
                      </a:rPr>
                      <a:t>k2</a:t>
                    </a:r>
                    <a:endParaRPr lang="en-VN" sz="1351" b="1" dirty="0">
                      <a:solidFill>
                        <a:srgbClr val="FF0000"/>
                      </a:solidFill>
                    </a:endParaRPr>
                  </a:p>
                </p:txBody>
              </p:sp>
              <p:pic>
                <p:nvPicPr>
                  <p:cNvPr id="52" name="Picture 51">
                    <a:extLst>
                      <a:ext uri="{FF2B5EF4-FFF2-40B4-BE49-F238E27FC236}">
                        <a16:creationId xmlns:a16="http://schemas.microsoft.com/office/drawing/2014/main" id="{5021A842-6C2D-3248-86AB-6ABD67D15F8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9026457" y="196172"/>
                    <a:ext cx="2496801" cy="2462598"/>
                  </a:xfrm>
                  <a:prstGeom prst="ellipse">
                    <a:avLst/>
                  </a:prstGeom>
                </p:spPr>
              </p:pic>
            </p:grpSp>
            <p:grpSp>
              <p:nvGrpSpPr>
                <p:cNvPr id="86" name="Group 85">
                  <a:extLst>
                    <a:ext uri="{FF2B5EF4-FFF2-40B4-BE49-F238E27FC236}">
                      <a16:creationId xmlns:a16="http://schemas.microsoft.com/office/drawing/2014/main" id="{DEA38420-06F1-D04B-A748-7775E5D4F2B0}"/>
                    </a:ext>
                  </a:extLst>
                </p:cNvPr>
                <p:cNvGrpSpPr/>
                <p:nvPr/>
              </p:nvGrpSpPr>
              <p:grpSpPr>
                <a:xfrm>
                  <a:off x="310739" y="1563172"/>
                  <a:ext cx="2175046" cy="2145251"/>
                  <a:chOff x="310739" y="1563172"/>
                  <a:chExt cx="2175046" cy="2145251"/>
                </a:xfrm>
              </p:grpSpPr>
              <p:cxnSp>
                <p:nvCxnSpPr>
                  <p:cNvPr id="65" name="Straight Connector 64">
                    <a:extLst>
                      <a:ext uri="{FF2B5EF4-FFF2-40B4-BE49-F238E27FC236}">
                        <a16:creationId xmlns:a16="http://schemas.microsoft.com/office/drawing/2014/main" id="{A5B4E4CB-661B-D643-A10F-C15A30186465}"/>
                      </a:ext>
                    </a:extLst>
                  </p:cNvPr>
                  <p:cNvCxnSpPr>
                    <a:stCxn id="52" idx="0"/>
                    <a:endCxn id="52" idx="4"/>
                  </p:cNvCxnSpPr>
                  <p:nvPr/>
                </p:nvCxnSpPr>
                <p:spPr>
                  <a:xfrm>
                    <a:off x="1398262" y="1563172"/>
                    <a:ext cx="0" cy="2145251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6" name="Straight Connector 65">
                    <a:extLst>
                      <a:ext uri="{FF2B5EF4-FFF2-40B4-BE49-F238E27FC236}">
                        <a16:creationId xmlns:a16="http://schemas.microsoft.com/office/drawing/2014/main" id="{AA4087F3-9FE7-6A44-AAB2-08EDE2B8EB6B}"/>
                      </a:ext>
                    </a:extLst>
                  </p:cNvPr>
                  <p:cNvCxnSpPr>
                    <a:cxnSpLocks/>
                    <a:stCxn id="52" idx="2"/>
                    <a:endCxn id="52" idx="6"/>
                  </p:cNvCxnSpPr>
                  <p:nvPr/>
                </p:nvCxnSpPr>
                <p:spPr>
                  <a:xfrm>
                    <a:off x="310739" y="2635798"/>
                    <a:ext cx="2175046" cy="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9" name="Straight Connector 68">
                    <a:extLst>
                      <a:ext uri="{FF2B5EF4-FFF2-40B4-BE49-F238E27FC236}">
                        <a16:creationId xmlns:a16="http://schemas.microsoft.com/office/drawing/2014/main" id="{A9EC01B0-C580-434C-AC1C-3F810CD0E19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18411" y="1896021"/>
                    <a:ext cx="1577365" cy="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1" name="Straight Connector 70">
                    <a:extLst>
                      <a:ext uri="{FF2B5EF4-FFF2-40B4-BE49-F238E27FC236}">
                        <a16:creationId xmlns:a16="http://schemas.microsoft.com/office/drawing/2014/main" id="{0E925617-00B4-AE4C-A8E4-9A780F28C95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12355" y="3365133"/>
                    <a:ext cx="1577365" cy="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D1FBEB03-9217-0147-A611-27CA4840E481}"/>
                  </a:ext>
                </a:extLst>
              </p:cNvPr>
              <p:cNvSpPr txBox="1"/>
              <p:nvPr/>
            </p:nvSpPr>
            <p:spPr>
              <a:xfrm>
                <a:off x="1273147" y="1359055"/>
                <a:ext cx="546420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VN" sz="1000" dirty="0"/>
                  <a:t>90°N</a:t>
                </a:r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6837602F-0ADC-1849-948C-9B2D0586F159}"/>
                  </a:ext>
                </a:extLst>
              </p:cNvPr>
              <p:cNvSpPr txBox="1"/>
              <p:nvPr/>
            </p:nvSpPr>
            <p:spPr>
              <a:xfrm>
                <a:off x="2140995" y="1742592"/>
                <a:ext cx="485539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VN" sz="1000" dirty="0"/>
                  <a:t>45°N</a:t>
                </a:r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D51DE757-9CE8-BF40-AC1A-F1C7B48B5EFF}"/>
                  </a:ext>
                </a:extLst>
              </p:cNvPr>
              <p:cNvSpPr txBox="1"/>
              <p:nvPr/>
            </p:nvSpPr>
            <p:spPr>
              <a:xfrm>
                <a:off x="2447948" y="2549748"/>
                <a:ext cx="40851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VN" sz="1000" dirty="0"/>
                  <a:t>0°</a:t>
                </a:r>
              </a:p>
            </p:txBody>
          </p: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F7D1326D-AAAD-734C-B74D-868BD2DA73DE}"/>
                  </a:ext>
                </a:extLst>
              </p:cNvPr>
              <p:cNvSpPr txBox="1"/>
              <p:nvPr/>
            </p:nvSpPr>
            <p:spPr>
              <a:xfrm>
                <a:off x="2175476" y="3263136"/>
                <a:ext cx="52119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VN" sz="1000" dirty="0"/>
                  <a:t>45°S</a:t>
                </a:r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755B1B77-E3AB-4940-9DEA-8E23EE475032}"/>
                  </a:ext>
                </a:extLst>
              </p:cNvPr>
              <p:cNvSpPr txBox="1"/>
              <p:nvPr/>
            </p:nvSpPr>
            <p:spPr>
              <a:xfrm>
                <a:off x="1219758" y="3667654"/>
                <a:ext cx="52119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VN" sz="1000" dirty="0"/>
                  <a:t>90°S</a:t>
                </a:r>
              </a:p>
            </p:txBody>
          </p:sp>
        </p:grp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3907F3A1-4D11-D747-A680-96EFE19E7994}"/>
                </a:ext>
              </a:extLst>
            </p:cNvPr>
            <p:cNvSpPr txBox="1"/>
            <p:nvPr/>
          </p:nvSpPr>
          <p:spPr>
            <a:xfrm>
              <a:off x="-51118" y="-594586"/>
              <a:ext cx="35196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VN" sz="1400" dirty="0"/>
                <a:t>A)</a:t>
              </a:r>
              <a:r>
                <a:rPr lang="en-VN" sz="1200" dirty="0"/>
                <a:t> </a:t>
              </a:r>
              <a:r>
                <a:rPr lang="en-VN" sz="1400" dirty="0"/>
                <a:t>Latitude-dependent Waves</a:t>
              </a:r>
              <a:endParaRPr lang="en-VN" sz="1200" dirty="0"/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DEA741AB-8EFA-5843-8DD7-EC0E8ACD92CA}"/>
              </a:ext>
            </a:extLst>
          </p:cNvPr>
          <p:cNvGrpSpPr/>
          <p:nvPr/>
        </p:nvGrpSpPr>
        <p:grpSpPr>
          <a:xfrm>
            <a:off x="764362" y="7228327"/>
            <a:ext cx="9180122" cy="1502911"/>
            <a:chOff x="764362" y="7271102"/>
            <a:chExt cx="9180122" cy="1502911"/>
          </a:xfrm>
        </p:grpSpPr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3376DC5C-8CBE-B949-A472-0D16E3CAA14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14278"/>
            <a:stretch/>
          </p:blipFill>
          <p:spPr>
            <a:xfrm>
              <a:off x="764362" y="7578879"/>
              <a:ext cx="9180122" cy="1195134"/>
            </a:xfrm>
            <a:prstGeom prst="rect">
              <a:avLst/>
            </a:prstGeom>
          </p:spPr>
        </p:pic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C9D6260D-C939-2941-96CA-A2F98903053C}"/>
                </a:ext>
              </a:extLst>
            </p:cNvPr>
            <p:cNvSpPr txBox="1"/>
            <p:nvPr/>
          </p:nvSpPr>
          <p:spPr>
            <a:xfrm>
              <a:off x="1010624" y="7271102"/>
              <a:ext cx="56690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VN" sz="1400" dirty="0"/>
                <a:t>E)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E15BC9C-3F9C-7F4C-9B38-10D127C66641}"/>
              </a:ext>
            </a:extLst>
          </p:cNvPr>
          <p:cNvGrpSpPr/>
          <p:nvPr/>
        </p:nvGrpSpPr>
        <p:grpSpPr>
          <a:xfrm>
            <a:off x="5692336" y="18968"/>
            <a:ext cx="3947629" cy="3865616"/>
            <a:chOff x="566599" y="3235070"/>
            <a:chExt cx="3947629" cy="3865616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56ADB2F5-3D4C-8349-8416-65B2EB853CE2}"/>
                </a:ext>
              </a:extLst>
            </p:cNvPr>
            <p:cNvGrpSpPr/>
            <p:nvPr/>
          </p:nvGrpSpPr>
          <p:grpSpPr>
            <a:xfrm>
              <a:off x="566599" y="3235070"/>
              <a:ext cx="3947629" cy="3865616"/>
              <a:chOff x="-528424" y="3184479"/>
              <a:chExt cx="3947627" cy="3865616"/>
            </a:xfrm>
          </p:grpSpPr>
          <p:grpSp>
            <p:nvGrpSpPr>
              <p:cNvPr id="72" name="Group 71">
                <a:extLst>
                  <a:ext uri="{FF2B5EF4-FFF2-40B4-BE49-F238E27FC236}">
                    <a16:creationId xmlns:a16="http://schemas.microsoft.com/office/drawing/2014/main" id="{3E1CE7A5-5167-244D-9A64-6C999823634E}"/>
                  </a:ext>
                </a:extLst>
              </p:cNvPr>
              <p:cNvGrpSpPr/>
              <p:nvPr/>
            </p:nvGrpSpPr>
            <p:grpSpPr>
              <a:xfrm>
                <a:off x="-528424" y="3184479"/>
                <a:ext cx="3947627" cy="3865616"/>
                <a:chOff x="8960234" y="693451"/>
                <a:chExt cx="3947627" cy="3865616"/>
              </a:xfrm>
            </p:grpSpPr>
            <p:grpSp>
              <p:nvGrpSpPr>
                <p:cNvPr id="82" name="Group 81">
                  <a:extLst>
                    <a:ext uri="{FF2B5EF4-FFF2-40B4-BE49-F238E27FC236}">
                      <a16:creationId xmlns:a16="http://schemas.microsoft.com/office/drawing/2014/main" id="{C97C47A9-868D-234F-95EF-048E34834121}"/>
                    </a:ext>
                  </a:extLst>
                </p:cNvPr>
                <p:cNvGrpSpPr/>
                <p:nvPr/>
              </p:nvGrpSpPr>
              <p:grpSpPr>
                <a:xfrm>
                  <a:off x="9586363" y="1196932"/>
                  <a:ext cx="2626333" cy="3362135"/>
                  <a:chOff x="1388198" y="2437499"/>
                  <a:chExt cx="4535988" cy="5327791"/>
                </a:xfrm>
              </p:grpSpPr>
              <p:pic>
                <p:nvPicPr>
                  <p:cNvPr id="91" name="Picture 90">
                    <a:extLst>
                      <a:ext uri="{FF2B5EF4-FFF2-40B4-BE49-F238E27FC236}">
                        <a16:creationId xmlns:a16="http://schemas.microsoft.com/office/drawing/2014/main" id="{1E88F7AB-9845-234C-B648-8739E06CB49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6"/>
                  <a:srcRect l="75351" t="6297" r="1721" b="15025"/>
                  <a:stretch/>
                </p:blipFill>
                <p:spPr>
                  <a:xfrm>
                    <a:off x="1947200" y="2602207"/>
                    <a:ext cx="3537217" cy="4508569"/>
                  </a:xfrm>
                  <a:prstGeom prst="rect">
                    <a:avLst/>
                  </a:prstGeom>
                </p:spPr>
              </p:pic>
              <p:pic>
                <p:nvPicPr>
                  <p:cNvPr id="92" name="Picture 91">
                    <a:extLst>
                      <a:ext uri="{FF2B5EF4-FFF2-40B4-BE49-F238E27FC236}">
                        <a16:creationId xmlns:a16="http://schemas.microsoft.com/office/drawing/2014/main" id="{5C3374B0-5B5E-CF49-8C53-3F770FC00B0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6"/>
                  <a:srcRect l="28339" t="84717" r="26943" b="2147"/>
                  <a:stretch/>
                </p:blipFill>
                <p:spPr>
                  <a:xfrm>
                    <a:off x="1531820" y="7084929"/>
                    <a:ext cx="4392366" cy="680361"/>
                  </a:xfrm>
                  <a:prstGeom prst="rect">
                    <a:avLst/>
                  </a:prstGeom>
                </p:spPr>
              </p:pic>
              <p:pic>
                <p:nvPicPr>
                  <p:cNvPr id="93" name="Picture 92">
                    <a:extLst>
                      <a:ext uri="{FF2B5EF4-FFF2-40B4-BE49-F238E27FC236}">
                        <a16:creationId xmlns:a16="http://schemas.microsoft.com/office/drawing/2014/main" id="{2C733609-D689-9E4E-AEE1-4A45DE2DA9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6"/>
                  <a:srcRect l="1740" t="5973" r="93628" b="26167"/>
                  <a:stretch/>
                </p:blipFill>
                <p:spPr>
                  <a:xfrm>
                    <a:off x="1388198" y="2437499"/>
                    <a:ext cx="627836" cy="3541576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89A1E2CF-4444-874C-9DCD-07AE864B0225}"/>
                    </a:ext>
                  </a:extLst>
                </p:cNvPr>
                <p:cNvSpPr txBox="1"/>
                <p:nvPr/>
              </p:nvSpPr>
              <p:spPr>
                <a:xfrm>
                  <a:off x="8960234" y="693451"/>
                  <a:ext cx="3947627" cy="4924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VN" sz="1400" dirty="0"/>
                    <a:t>B)</a:t>
                  </a:r>
                  <a:r>
                    <a:rPr lang="en-VN" sz="1200" dirty="0"/>
                    <a:t> </a:t>
                  </a:r>
                  <a:r>
                    <a:rPr lang="en-VN" sz="1400" dirty="0"/>
                    <a:t>Latitudinal cloud-thickness difference</a:t>
                  </a:r>
                </a:p>
                <a:p>
                  <a:pPr algn="ctr"/>
                  <a:r>
                    <a:rPr lang="en-VN" sz="1200" i="1" dirty="0"/>
                    <a:t>(Cloud mixing ratio, 2.5-hr rotator)</a:t>
                  </a:r>
                </a:p>
              </p:txBody>
            </p:sp>
          </p:grp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12D90D96-2962-1346-B55C-3123E248FC50}"/>
                  </a:ext>
                </a:extLst>
              </p:cNvPr>
              <p:cNvSpPr/>
              <p:nvPr/>
            </p:nvSpPr>
            <p:spPr>
              <a:xfrm>
                <a:off x="1076632" y="3799770"/>
                <a:ext cx="751637" cy="2442004"/>
              </a:xfrm>
              <a:prstGeom prst="rect">
                <a:avLst/>
              </a:prstGeom>
              <a:solidFill>
                <a:schemeClr val="bg1">
                  <a:lumMod val="75000"/>
                  <a:alpha val="27843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VN"/>
              </a:p>
            </p:txBody>
          </p: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835A36EB-1F10-EB4E-BF1B-6F8F870ABD76}"/>
                  </a:ext>
                </a:extLst>
              </p:cNvPr>
              <p:cNvSpPr txBox="1"/>
              <p:nvPr/>
            </p:nvSpPr>
            <p:spPr>
              <a:xfrm>
                <a:off x="1294891" y="3875666"/>
                <a:ext cx="40451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VN" sz="1200" b="1" dirty="0">
                    <a:solidFill>
                      <a:srgbClr val="00B0F0"/>
                    </a:solidFill>
                  </a:rPr>
                  <a:t>k1</a:t>
                </a:r>
              </a:p>
            </p:txBody>
          </p: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A6129448-8CE6-7D4B-AE9F-CBA529305F39}"/>
                  </a:ext>
                </a:extLst>
              </p:cNvPr>
              <p:cNvSpPr txBox="1"/>
              <p:nvPr/>
            </p:nvSpPr>
            <p:spPr>
              <a:xfrm>
                <a:off x="610850" y="4137241"/>
                <a:ext cx="40702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VN" sz="1200" b="1" dirty="0">
                    <a:solidFill>
                      <a:srgbClr val="FF0000"/>
                    </a:solidFill>
                  </a:rPr>
                  <a:t>k2</a:t>
                </a:r>
              </a:p>
            </p:txBody>
          </p:sp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CEF1D4A3-5C84-7243-80BD-D1ED3D7A3483}"/>
                  </a:ext>
                </a:extLst>
              </p:cNvPr>
              <p:cNvSpPr txBox="1"/>
              <p:nvPr/>
            </p:nvSpPr>
            <p:spPr>
              <a:xfrm>
                <a:off x="1975051" y="4143185"/>
                <a:ext cx="40702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VN" sz="1200" b="1" dirty="0">
                    <a:solidFill>
                      <a:srgbClr val="FF0000"/>
                    </a:solidFill>
                  </a:rPr>
                  <a:t>k2</a:t>
                </a:r>
                <a:endParaRPr lang="en-VN" sz="1351" b="1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98919286-1523-E042-974F-A85C6CBB844A}"/>
                </a:ext>
              </a:extLst>
            </p:cNvPr>
            <p:cNvSpPr txBox="1"/>
            <p:nvPr/>
          </p:nvSpPr>
          <p:spPr>
            <a:xfrm>
              <a:off x="1762240" y="5938778"/>
              <a:ext cx="1630343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VN" sz="1100" dirty="0"/>
                <a:t>(Tan &amp; Showman 2021b)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37095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2000</TotalTime>
  <Words>101</Words>
  <Application>Microsoft Macintosh PowerPoint</Application>
  <PresentationFormat>Custom</PresentationFormat>
  <Paragraphs>27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24</cp:revision>
  <dcterms:created xsi:type="dcterms:W3CDTF">2026-08-04T18:33:15Z</dcterms:created>
  <dcterms:modified xsi:type="dcterms:W3CDTF">2026-08-06T03:53:57Z</dcterms:modified>
</cp:coreProperties>
</file>