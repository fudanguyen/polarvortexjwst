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1"/>
    <p:restoredTop sz="96366"/>
  </p:normalViewPr>
  <p:slideViewPr>
    <p:cSldViewPr snapToGrid="0" snapToObjects="1">
      <p:cViewPr>
        <p:scale>
          <a:sx n="124" d="100"/>
          <a:sy n="124" d="100"/>
        </p:scale>
        <p:origin x="1184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F64F5-9922-B347-8B6E-8A3C6ADE0BAB}" type="datetimeFigureOut">
              <a:rPr lang="en-VN" smtClean="0"/>
              <a:t>13/11/25</a:t>
            </a:fld>
            <a:endParaRPr lang="en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F565F-AC1D-8F48-A31F-1B9DDFD7ECDD}" type="slidenum">
              <a:rPr lang="en-VN" smtClean="0"/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1892388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F64F5-9922-B347-8B6E-8A3C6ADE0BAB}" type="datetimeFigureOut">
              <a:rPr lang="en-VN" smtClean="0"/>
              <a:t>13/11/25</a:t>
            </a:fld>
            <a:endParaRPr lang="en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F565F-AC1D-8F48-A31F-1B9DDFD7ECDD}" type="slidenum">
              <a:rPr lang="en-VN" smtClean="0"/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5722478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F64F5-9922-B347-8B6E-8A3C6ADE0BAB}" type="datetimeFigureOut">
              <a:rPr lang="en-VN" smtClean="0"/>
              <a:t>13/11/25</a:t>
            </a:fld>
            <a:endParaRPr lang="en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F565F-AC1D-8F48-A31F-1B9DDFD7ECDD}" type="slidenum">
              <a:rPr lang="en-VN" smtClean="0"/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2591815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F64F5-9922-B347-8B6E-8A3C6ADE0BAB}" type="datetimeFigureOut">
              <a:rPr lang="en-VN" smtClean="0"/>
              <a:t>13/11/25</a:t>
            </a:fld>
            <a:endParaRPr lang="en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F565F-AC1D-8F48-A31F-1B9DDFD7ECDD}" type="slidenum">
              <a:rPr lang="en-VN" smtClean="0"/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8023947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F64F5-9922-B347-8B6E-8A3C6ADE0BAB}" type="datetimeFigureOut">
              <a:rPr lang="en-VN" smtClean="0"/>
              <a:t>13/11/25</a:t>
            </a:fld>
            <a:endParaRPr lang="en-V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F565F-AC1D-8F48-A31F-1B9DDFD7ECDD}" type="slidenum">
              <a:rPr lang="en-VN" smtClean="0"/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51576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F64F5-9922-B347-8B6E-8A3C6ADE0BAB}" type="datetimeFigureOut">
              <a:rPr lang="en-VN" smtClean="0"/>
              <a:t>13/11/25</a:t>
            </a:fld>
            <a:endParaRPr lang="en-V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F565F-AC1D-8F48-A31F-1B9DDFD7ECDD}" type="slidenum">
              <a:rPr lang="en-VN" smtClean="0"/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7717177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F64F5-9922-B347-8B6E-8A3C6ADE0BAB}" type="datetimeFigureOut">
              <a:rPr lang="en-VN" smtClean="0"/>
              <a:t>13/11/25</a:t>
            </a:fld>
            <a:endParaRPr lang="en-V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F565F-AC1D-8F48-A31F-1B9DDFD7ECDD}" type="slidenum">
              <a:rPr lang="en-VN" smtClean="0"/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3512612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F64F5-9922-B347-8B6E-8A3C6ADE0BAB}" type="datetimeFigureOut">
              <a:rPr lang="en-VN" smtClean="0"/>
              <a:t>13/11/25</a:t>
            </a:fld>
            <a:endParaRPr lang="en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F565F-AC1D-8F48-A31F-1B9DDFD7ECDD}" type="slidenum">
              <a:rPr lang="en-VN" smtClean="0"/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5131397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F64F5-9922-B347-8B6E-8A3C6ADE0BAB}" type="datetimeFigureOut">
              <a:rPr lang="en-VN" smtClean="0"/>
              <a:t>13/11/25</a:t>
            </a:fld>
            <a:endParaRPr lang="en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F565F-AC1D-8F48-A31F-1B9DDFD7ECDD}" type="slidenum">
              <a:rPr lang="en-VN" smtClean="0"/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1025208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F64F5-9922-B347-8B6E-8A3C6ADE0BAB}" type="datetimeFigureOut">
              <a:rPr lang="en-VN" smtClean="0"/>
              <a:t>13/11/25</a:t>
            </a:fld>
            <a:endParaRPr lang="en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F565F-AC1D-8F48-A31F-1B9DDFD7ECDD}" type="slidenum">
              <a:rPr lang="en-VN" smtClean="0"/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183734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F64F5-9922-B347-8B6E-8A3C6ADE0BAB}" type="datetimeFigureOut">
              <a:rPr lang="en-VN" smtClean="0"/>
              <a:t>13/11/25</a:t>
            </a:fld>
            <a:endParaRPr lang="en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F565F-AC1D-8F48-A31F-1B9DDFD7ECDD}" type="slidenum">
              <a:rPr lang="en-VN" smtClean="0"/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6027333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2F64F5-9922-B347-8B6E-8A3C6ADE0BAB}" type="datetimeFigureOut">
              <a:rPr lang="en-VN" smtClean="0"/>
              <a:t>13/11/25</a:t>
            </a:fld>
            <a:endParaRPr lang="en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1DF565F-AC1D-8F48-A31F-1B9DDFD7ECDD}" type="slidenum">
              <a:rPr lang="en-VN" smtClean="0"/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3916993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F5987A6-C183-464A-9923-63359C442B56}"/>
              </a:ext>
            </a:extLst>
          </p:cNvPr>
          <p:cNvSpPr txBox="1"/>
          <p:nvPr/>
        </p:nvSpPr>
        <p:spPr>
          <a:xfrm>
            <a:off x="205740" y="171451"/>
            <a:ext cx="6606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dirty="0"/>
              <a:t>Figure 1. Model Framework</a:t>
            </a:r>
          </a:p>
          <a:p>
            <a:r>
              <a:rPr lang="en-VN" dirty="0"/>
              <a:t>Goal: emphasize multicomponent nature of framework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19AF8ED-80E0-A542-B38A-F9364C765D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437" y="1125318"/>
            <a:ext cx="8203705" cy="164074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0EE542D-1EC5-FA41-9856-2CFE922A080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0000" b="50000"/>
          <a:stretch/>
        </p:blipFill>
        <p:spPr>
          <a:xfrm>
            <a:off x="4714243" y="3107569"/>
            <a:ext cx="3938267" cy="280899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AF4A5B6-7561-7D43-A424-ED1D1C7AAE4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73" t="-524" r="49827" b="50524"/>
          <a:stretch/>
        </p:blipFill>
        <p:spPr>
          <a:xfrm>
            <a:off x="504436" y="3073595"/>
            <a:ext cx="3925323" cy="2799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48174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531232D-F407-F646-BB06-CB688ADC5A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1293" y="1324124"/>
            <a:ext cx="5592801" cy="333054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72E0443-29BA-AE40-9A5E-B4B31E7AE3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484" y="1624146"/>
            <a:ext cx="3044809" cy="273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11744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F1031D7-7BE7-9A40-86B7-BA5DE03343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869" y="1420527"/>
            <a:ext cx="4045570" cy="401694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1863D4D-D76B-274A-9AA5-44E5751B6B8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1698" t="6532"/>
          <a:stretch/>
        </p:blipFill>
        <p:spPr>
          <a:xfrm>
            <a:off x="4763175" y="3514011"/>
            <a:ext cx="3959956" cy="239362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BAA39B7-51E8-E640-943F-93A7B76C942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983" b="53130"/>
          <a:stretch/>
        </p:blipFill>
        <p:spPr>
          <a:xfrm>
            <a:off x="4677563" y="1702068"/>
            <a:ext cx="4231812" cy="1541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59326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421836FE-9568-174C-81B2-10B16D9710CF}"/>
              </a:ext>
            </a:extLst>
          </p:cNvPr>
          <p:cNvGrpSpPr/>
          <p:nvPr/>
        </p:nvGrpSpPr>
        <p:grpSpPr>
          <a:xfrm>
            <a:off x="336662" y="1257255"/>
            <a:ext cx="4051514" cy="3606717"/>
            <a:chOff x="151727" y="3034684"/>
            <a:chExt cx="4051514" cy="3606717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847DD058-FE55-7448-B257-32915C8C82B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t="6350"/>
            <a:stretch/>
          </p:blipFill>
          <p:spPr>
            <a:xfrm>
              <a:off x="151727" y="3380397"/>
              <a:ext cx="4051514" cy="3261004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8B9EAA88-FD52-8345-BCB1-2E8A4417D80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187071" y="3034685"/>
              <a:ext cx="621455" cy="733561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15B22116-842A-384D-B67F-1CC4892A9EC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81349" y="3034684"/>
              <a:ext cx="621456" cy="749693"/>
            </a:xfrm>
            <a:prstGeom prst="rect">
              <a:avLst/>
            </a:prstGeom>
          </p:spPr>
        </p:pic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0B00A36-5E3E-E442-9305-1B18372820F1}"/>
              </a:ext>
            </a:extLst>
          </p:cNvPr>
          <p:cNvGrpSpPr/>
          <p:nvPr/>
        </p:nvGrpSpPr>
        <p:grpSpPr>
          <a:xfrm>
            <a:off x="4756935" y="1257255"/>
            <a:ext cx="4051514" cy="3606717"/>
            <a:chOff x="4572000" y="3034684"/>
            <a:chExt cx="4051514" cy="3606717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E649B8B-BE80-B744-B338-29090158E87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t="6350"/>
            <a:stretch/>
          </p:blipFill>
          <p:spPr>
            <a:xfrm>
              <a:off x="4572000" y="3380397"/>
              <a:ext cx="4051514" cy="3261004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6E5D11F5-D22F-CE4F-99CD-D99F76A6404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624467" y="3034684"/>
              <a:ext cx="621455" cy="733561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4E72B4B8-E054-A745-AD64-C76946A020E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418746" y="3034684"/>
              <a:ext cx="621456" cy="74969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730841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A86AFFC-3935-6949-BA8D-83AB128278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659" y="1804390"/>
            <a:ext cx="4160981" cy="281916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A3D8C26-B8E7-0843-8BC0-A6AB5E011E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5289" y="1808252"/>
            <a:ext cx="4224244" cy="2819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66855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DAA2345-0AA3-554B-994A-E6C0778EFD2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2252"/>
          <a:stretch/>
        </p:blipFill>
        <p:spPr>
          <a:xfrm>
            <a:off x="4397811" y="611955"/>
            <a:ext cx="4746189" cy="307646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D20C0CF-0D3B-F94E-BEE3-8D9D280EA4F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8989" b="2947"/>
          <a:stretch/>
        </p:blipFill>
        <p:spPr>
          <a:xfrm>
            <a:off x="82195" y="536394"/>
            <a:ext cx="4565124" cy="316230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D4488C9-069C-0144-9684-C5182A7DE2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3503" y="3963968"/>
            <a:ext cx="3363788" cy="191050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4319694-51D2-284B-8992-93AB81F841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8615" y="3939855"/>
            <a:ext cx="3363788" cy="193461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353132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43</TotalTime>
  <Words>12</Words>
  <Application>Microsoft Macintosh PowerPoint</Application>
  <PresentationFormat>On-screen Show (4:3)</PresentationFormat>
  <Paragraphs>2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Microsoft Office User</cp:lastModifiedBy>
  <cp:revision>1</cp:revision>
  <dcterms:created xsi:type="dcterms:W3CDTF">2025-11-13T23:16:15Z</dcterms:created>
  <dcterms:modified xsi:type="dcterms:W3CDTF">2025-11-14T00:00:11Z</dcterms:modified>
</cp:coreProperties>
</file>