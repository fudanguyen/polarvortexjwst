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8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88"/>
  </p:normalViewPr>
  <p:slideViewPr>
    <p:cSldViewPr snapToGrid="0" snapToObjects="1">
      <p:cViewPr varScale="1">
        <p:scale>
          <a:sx n="125" d="100"/>
          <a:sy n="125" d="100"/>
        </p:scale>
        <p:origin x="1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3170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3483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3744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82165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4978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7757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5598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6682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5820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0268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627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84FCC-1CBB-A540-A208-04108DD600F8}" type="datetimeFigureOut">
              <a:rPr lang="en-VN" smtClean="0"/>
              <a:t>8/11/25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5F87E-596E-9741-BBE0-C934676843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2422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A97F283-5885-204D-BB9F-9425241734D5}"/>
              </a:ext>
            </a:extLst>
          </p:cNvPr>
          <p:cNvGrpSpPr/>
          <p:nvPr/>
        </p:nvGrpSpPr>
        <p:grpSpPr>
          <a:xfrm>
            <a:off x="0" y="280805"/>
            <a:ext cx="4572000" cy="2265509"/>
            <a:chOff x="0" y="1163491"/>
            <a:chExt cx="4572000" cy="226550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A9994F7-E821-0742-AC0A-11BE9B6E6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163491"/>
              <a:ext cx="4572000" cy="226550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7D7E10-0FBA-0345-B3F3-6B753BE8DB2E}"/>
                </a:ext>
              </a:extLst>
            </p:cNvPr>
            <p:cNvSpPr txBox="1"/>
            <p:nvPr/>
          </p:nvSpPr>
          <p:spPr>
            <a:xfrm>
              <a:off x="222885" y="2051369"/>
              <a:ext cx="138874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050" dirty="0"/>
                <a:t>Fe, Al2O3, Mg2SiO4, MgSiO3, Na2S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752650-5467-404D-BB16-72770A8DFD1C}"/>
              </a:ext>
            </a:extLst>
          </p:cNvPr>
          <p:cNvGrpSpPr/>
          <p:nvPr/>
        </p:nvGrpSpPr>
        <p:grpSpPr>
          <a:xfrm>
            <a:off x="4572000" y="65058"/>
            <a:ext cx="4572000" cy="2511743"/>
            <a:chOff x="4572000" y="65058"/>
            <a:chExt cx="4572000" cy="25117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2E5AE1-7FED-A94C-9799-C47CC3E8E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0" y="65058"/>
              <a:ext cx="4572000" cy="251174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71A937-E182-3A46-B6F3-88ED7A54F360}"/>
                </a:ext>
              </a:extLst>
            </p:cNvPr>
            <p:cNvSpPr txBox="1"/>
            <p:nvPr/>
          </p:nvSpPr>
          <p:spPr>
            <a:xfrm>
              <a:off x="4774882" y="1193972"/>
              <a:ext cx="138874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050" dirty="0"/>
                <a:t>No MgSiO3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1FF1D0-E2CD-6F48-B2AF-F6DECAA2B47C}"/>
              </a:ext>
            </a:extLst>
          </p:cNvPr>
          <p:cNvGrpSpPr/>
          <p:nvPr/>
        </p:nvGrpSpPr>
        <p:grpSpPr>
          <a:xfrm>
            <a:off x="0" y="3937327"/>
            <a:ext cx="4572000" cy="2511742"/>
            <a:chOff x="0" y="3429000"/>
            <a:chExt cx="4572000" cy="251174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F08600-90CD-5E4B-9B63-85CEE4744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429000"/>
              <a:ext cx="4572000" cy="25117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17A376-5EDC-B14D-9B8E-4FED6CCD1F67}"/>
                </a:ext>
              </a:extLst>
            </p:cNvPr>
            <p:cNvSpPr txBox="1"/>
            <p:nvPr/>
          </p:nvSpPr>
          <p:spPr>
            <a:xfrm>
              <a:off x="222885" y="4569454"/>
              <a:ext cx="138874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050" dirty="0"/>
                <a:t>No Na2S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0E88544-26A9-FA44-A92C-DB1D8B0C8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576801"/>
            <a:ext cx="4572002" cy="40003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7FD353-56FC-764E-A2C2-E9C26947D741}"/>
              </a:ext>
            </a:extLst>
          </p:cNvPr>
          <p:cNvSpPr txBox="1"/>
          <p:nvPr/>
        </p:nvSpPr>
        <p:spPr>
          <a:xfrm>
            <a:off x="8169592" y="5066240"/>
            <a:ext cx="13887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050" dirty="0"/>
              <a:t>Only Fe, Al2O3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CDD45D-55D1-6043-A247-DA173156A4B7}"/>
              </a:ext>
            </a:extLst>
          </p:cNvPr>
          <p:cNvSpPr txBox="1"/>
          <p:nvPr/>
        </p:nvSpPr>
        <p:spPr>
          <a:xfrm>
            <a:off x="2744152" y="2635103"/>
            <a:ext cx="19421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(y</a:t>
            </a:r>
            <a:r>
              <a:rPr lang="en-VN" sz="1050" dirty="0"/>
              <a:t>-axis to-scale betwe</a:t>
            </a:r>
            <a:r>
              <a:rPr lang="en-US" sz="1050" dirty="0" err="1"/>
              <a:t>en</a:t>
            </a:r>
            <a:r>
              <a:rPr lang="en-US" sz="1050" dirty="0"/>
              <a:t> panels)</a:t>
            </a:r>
            <a:endParaRPr lang="en-VN" sz="1050" dirty="0"/>
          </a:p>
        </p:txBody>
      </p:sp>
    </p:spTree>
    <p:extLst>
      <p:ext uri="{BB962C8B-B14F-4D97-AF65-F5344CB8AC3E}">
        <p14:creationId xmlns:p14="http://schemas.microsoft.com/office/powerpoint/2010/main" val="1377573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0D900D-3706-B640-A084-34AD80496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6372"/>
            <a:ext cx="9144000" cy="45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1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51ACA7-FA93-944C-8D53-9A8ADDB4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269"/>
            <a:ext cx="9144000" cy="454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9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18742F-BADE-A543-8F8D-99AC12CE6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003"/>
            <a:ext cx="9144000" cy="443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65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25</Words>
  <Application>Microsoft Macintosh PowerPoint</Application>
  <PresentationFormat>On-screen Show (4:3)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2025-11-08T23:34:26Z</dcterms:created>
  <dcterms:modified xsi:type="dcterms:W3CDTF">2025-11-09T03:12:34Z</dcterms:modified>
</cp:coreProperties>
</file>