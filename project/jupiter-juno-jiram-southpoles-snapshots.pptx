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0"/>
  </p:normalViewPr>
  <p:slideViewPr>
    <p:cSldViewPr snapToGrid="0" snapToObjects="1">
      <p:cViewPr>
        <p:scale>
          <a:sx n="99" d="100"/>
          <a:sy n="99" d="100"/>
        </p:scale>
        <p:origin x="96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910F-C598-C44B-B962-83CEF6C0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5CC45-8240-C44E-B005-C2F9AFCCA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E8F67-A94B-8849-9F41-29F8CF8A8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DA194-C76F-F747-AD3F-4B18E941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0E028-F27B-8C4B-BE28-39D12348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5555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B07D-7C58-0A4D-9F24-5C833ACC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D840-8CB4-7C44-BCE5-6A50EAC6D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F37D5-CE2D-154D-9B60-795AAA0C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E12AD-1AE8-FC4C-8DEE-8CA20325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3F68D-CB0C-D742-BA75-BF4FBC13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7607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749D-121A-F44D-9607-3ECCB3EE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FF680-49E6-C04B-B97B-5BFFB17D2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1C14C-7C3A-5943-9384-05F8F6E2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77F62-4BDC-BB41-B2C1-3CC0E9CE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2D5B9-1647-6643-9278-6086EA33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29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CAEE-DE99-EC40-849F-DDED2BF2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10512-1BBB-E64D-9C83-ACA68471E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A1059-2363-034C-ACE8-2BB096B6D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1366-FF01-8B45-9C44-427EB74C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6A0AA-3F76-4F42-B1A9-A5728F48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FFCCD-FF36-144E-9C4F-237A3450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774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44242-D72F-8D45-9A6E-3D787F29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47031-942D-1E45-A6A1-156E4154B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F04B1-8BEA-0C46-B0F0-8C64D9018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531E88-47FD-D946-A492-9CFA1343B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32DE50-61A5-8A4D-AFB1-01D7E9109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4591F-5807-2347-AFEA-388360BE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6CC7A7-51DC-0042-BDE7-70074849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6EC93-BF6B-F745-AFE5-651F4C9D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1870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BD47-7FB3-D24E-B11C-C4F1C124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ED1EC-D851-CE4B-8FB4-2A4FC0230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D6716-B4E9-1945-9D1A-345A33CF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CC29F-7B91-4D4A-B448-0314246F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3038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E686C0-C6E6-8641-965A-6458E16E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930E3-B035-AA45-B9FB-61F14B369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8BC76-7A36-FA46-A094-E113C870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99431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C381-83C7-EF4F-862D-F4722C04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F3708-E3BE-B645-9248-15990FBD0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4CA6C-9329-A443-B443-A458C7CBD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B779B-56A7-8D42-A2C0-DD331BE34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61A21-D856-304C-BBE5-1DC7DAD8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1A3EA-E00A-FC4B-B126-5DDFCF4B2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01596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93B3D-DB63-F14C-A6BC-1D84DE7B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B3A4F-FEED-C741-A0B5-1D28A32AA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86FB4-86FE-DB4B-885E-8E5D6385E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4F131-B084-E247-BF81-38997591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30FB2-BD75-2348-960D-98E2E7BE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FA8A4-72F1-7944-882B-98FCD742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6636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4F65-C45F-0E48-9370-19B546CF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6B1AD-3B1E-BB4F-A336-3574590CA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9AD26-1A66-304F-BA72-796769C3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007A6-3DBC-3F44-BED9-AC8F714C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3ACF7-EFA9-CC4F-A80D-80D7EB1A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9577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981E6-A5BC-3440-AD35-C2E5792EE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BAEC9-3E41-6043-9B72-F17277B62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ABC84-3115-234C-8BAC-2EF52F52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06520-2198-E945-B4F8-08B8F64D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CFFC4-D29B-134D-90DF-572063D6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5100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B8664-374F-414E-9D67-B023FEF5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F4B0B-16FE-C94F-BE17-3C55C0EE6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75F12-49DC-7F41-91E6-456355771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FB833-4DD5-8C48-8DA2-AF3990AF63E7}" type="datetimeFigureOut">
              <a:rPr lang="en-VN" smtClean="0"/>
              <a:t>29/9/25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9E8FD-5206-9349-A027-02CB5CCE8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2E1B4-04D3-7947-BB71-94D4167D6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F7A69-F4FB-614E-A1CD-A205377701C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1573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24CB63-59EC-F843-938D-A14FB58634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8" t="3200" r="48841" b="65036"/>
          <a:stretch/>
        </p:blipFill>
        <p:spPr>
          <a:xfrm>
            <a:off x="156977" y="171724"/>
            <a:ext cx="2273402" cy="2178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3E28B2-1D9A-1045-A9C0-2C6A4F42DA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7" t="4655" r="48927" b="48419"/>
          <a:stretch/>
        </p:blipFill>
        <p:spPr>
          <a:xfrm>
            <a:off x="6932072" y="209444"/>
            <a:ext cx="2211928" cy="21112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6B4303-4D26-6540-94E0-675EEF6E40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84" t="3044" r="115" b="65192"/>
          <a:stretch/>
        </p:blipFill>
        <p:spPr>
          <a:xfrm>
            <a:off x="2533883" y="142280"/>
            <a:ext cx="2273402" cy="2178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619C6B-9F6C-6A41-A13F-97EFDCDAE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7" t="35459" r="48752" b="32777"/>
          <a:stretch/>
        </p:blipFill>
        <p:spPr>
          <a:xfrm>
            <a:off x="266049" y="2465779"/>
            <a:ext cx="2273402" cy="21784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004362-6770-0447-83B7-E1C9815D67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77" t="35295" r="122" b="32941"/>
          <a:stretch/>
        </p:blipFill>
        <p:spPr>
          <a:xfrm>
            <a:off x="2458743" y="2443366"/>
            <a:ext cx="2272973" cy="217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244AD9-7876-184A-A79D-D1254CE146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0" t="67774" r="48619" b="462"/>
          <a:stretch/>
        </p:blipFill>
        <p:spPr>
          <a:xfrm>
            <a:off x="175545" y="4682891"/>
            <a:ext cx="2272973" cy="21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BCB4E1-6696-DD4D-9C31-C36A53BCFC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334" t="67760" r="265" b="476"/>
          <a:stretch/>
        </p:blipFill>
        <p:spPr>
          <a:xfrm>
            <a:off x="2534312" y="4667014"/>
            <a:ext cx="2272973" cy="217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6354DF-B08C-4C48-B2AF-CF363F2060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939" t="4655" r="245" b="48419"/>
          <a:stretch/>
        </p:blipFill>
        <p:spPr>
          <a:xfrm>
            <a:off x="9240208" y="209444"/>
            <a:ext cx="2211928" cy="21112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98B7E6-C948-B04C-A44E-F1F078A7EA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24" t="52342" r="49060" b="732"/>
          <a:stretch/>
        </p:blipFill>
        <p:spPr>
          <a:xfrm>
            <a:off x="6924410" y="2426063"/>
            <a:ext cx="2211928" cy="2111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8AB11D-EB82-C945-9D39-00425B94A1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297" t="52814" r="-113" b="260"/>
          <a:stretch/>
        </p:blipFill>
        <p:spPr>
          <a:xfrm>
            <a:off x="9298956" y="2476742"/>
            <a:ext cx="2211927" cy="211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6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2025-09-29T21:47:20Z</dcterms:created>
  <dcterms:modified xsi:type="dcterms:W3CDTF">2025-09-30T18:34:56Z</dcterms:modified>
</cp:coreProperties>
</file>