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4"/>
    <p:restoredTop sz="95871"/>
  </p:normalViewPr>
  <p:slideViewPr>
    <p:cSldViewPr snapToGrid="0" snapToObjects="1">
      <p:cViewPr>
        <p:scale>
          <a:sx n="128" d="100"/>
          <a:sy n="128" d="100"/>
        </p:scale>
        <p:origin x="1120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49702-7385-E14C-8630-E049C37B42F6}" type="datetimeFigureOut">
              <a:rPr lang="en-VN" smtClean="0"/>
              <a:t>25/11/25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9C32D-118E-3645-A99B-9CAE790F7F65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77670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9C32D-118E-3645-A99B-9CAE790F7F65}" type="slidenum">
              <a:rPr lang="en-VN" smtClean="0"/>
              <a:t>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25379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64F5-9922-B347-8B6E-8A3C6ADE0BAB}" type="datetimeFigureOut">
              <a:rPr lang="en-VN" smtClean="0"/>
              <a:t>13/11/25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F565F-AC1D-8F48-A31F-1B9DDFD7ECD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89238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64F5-9922-B347-8B6E-8A3C6ADE0BAB}" type="datetimeFigureOut">
              <a:rPr lang="en-VN" smtClean="0"/>
              <a:t>13/11/25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F565F-AC1D-8F48-A31F-1B9DDFD7ECD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72247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64F5-9922-B347-8B6E-8A3C6ADE0BAB}" type="datetimeFigureOut">
              <a:rPr lang="en-VN" smtClean="0"/>
              <a:t>13/11/25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F565F-AC1D-8F48-A31F-1B9DDFD7ECD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59181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64F5-9922-B347-8B6E-8A3C6ADE0BAB}" type="datetimeFigureOut">
              <a:rPr lang="en-VN" smtClean="0"/>
              <a:t>13/11/25</a:t>
            </a:fld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F565F-AC1D-8F48-A31F-1B9DDFD7ECD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02394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64F5-9922-B347-8B6E-8A3C6ADE0BAB}" type="datetimeFigureOut">
              <a:rPr lang="en-VN" smtClean="0"/>
              <a:t>13/11/25</a:t>
            </a:fld>
            <a:endParaRPr lang="en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F565F-AC1D-8F48-A31F-1B9DDFD7ECD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51576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64F5-9922-B347-8B6E-8A3C6ADE0BAB}" type="datetimeFigureOut">
              <a:rPr lang="en-VN" smtClean="0"/>
              <a:t>13/11/25</a:t>
            </a:fld>
            <a:endParaRPr lang="en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F565F-AC1D-8F48-A31F-1B9DDFD7ECD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71717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64F5-9922-B347-8B6E-8A3C6ADE0BAB}" type="datetimeFigureOut">
              <a:rPr lang="en-VN" smtClean="0"/>
              <a:t>13/11/25</a:t>
            </a:fld>
            <a:endParaRPr lang="en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F565F-AC1D-8F48-A31F-1B9DDFD7ECD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51261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64F5-9922-B347-8B6E-8A3C6ADE0BAB}" type="datetimeFigureOut">
              <a:rPr lang="en-VN" smtClean="0"/>
              <a:t>13/11/25</a:t>
            </a:fld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F565F-AC1D-8F48-A31F-1B9DDFD7ECD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13139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64F5-9922-B347-8B6E-8A3C6ADE0BAB}" type="datetimeFigureOut">
              <a:rPr lang="en-VN" smtClean="0"/>
              <a:t>13/11/25</a:t>
            </a:fld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F565F-AC1D-8F48-A31F-1B9DDFD7ECD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02520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64F5-9922-B347-8B6E-8A3C6ADE0BAB}" type="datetimeFigureOut">
              <a:rPr lang="en-VN" smtClean="0"/>
              <a:t>13/11/25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F565F-AC1D-8F48-A31F-1B9DDFD7ECD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8373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F64F5-9922-B347-8B6E-8A3C6ADE0BAB}" type="datetimeFigureOut">
              <a:rPr lang="en-VN" smtClean="0"/>
              <a:t>13/11/25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F565F-AC1D-8F48-A31F-1B9DDFD7ECD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02733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F64F5-9922-B347-8B6E-8A3C6ADE0BAB}" type="datetimeFigureOut">
              <a:rPr lang="en-VN" smtClean="0"/>
              <a:t>13/11/25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F565F-AC1D-8F48-A31F-1B9DDFD7ECDD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91699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5987A6-C183-464A-9923-63359C442B56}"/>
              </a:ext>
            </a:extLst>
          </p:cNvPr>
          <p:cNvSpPr txBox="1"/>
          <p:nvPr/>
        </p:nvSpPr>
        <p:spPr>
          <a:xfrm>
            <a:off x="205740" y="171451"/>
            <a:ext cx="6606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Figure 1. Model Framework</a:t>
            </a:r>
          </a:p>
          <a:p>
            <a:r>
              <a:rPr lang="en-VN" dirty="0"/>
              <a:t>Goal: emphasize multicomponent nature of framework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EE542D-1EC5-FA41-9856-2CFE922A08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00" b="50000"/>
          <a:stretch/>
        </p:blipFill>
        <p:spPr>
          <a:xfrm>
            <a:off x="4714243" y="3107569"/>
            <a:ext cx="3938267" cy="28089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F4A5B6-7561-7D43-A424-ED1D1C7AAE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3" t="-524" r="49827" b="50524"/>
          <a:stretch/>
        </p:blipFill>
        <p:spPr>
          <a:xfrm>
            <a:off x="504436" y="3073595"/>
            <a:ext cx="3925323" cy="27997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215203-81A5-5948-AD71-B3593AC4C8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443" y="1354008"/>
            <a:ext cx="8309113" cy="161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817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31232D-F407-F646-BB06-CB688ADC5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293" y="1324124"/>
            <a:ext cx="5592801" cy="33305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2E0443-29BA-AE40-9A5E-B4B31E7AE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84" y="1624146"/>
            <a:ext cx="3044809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174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3189A05-9DE6-D04C-BC71-819992760D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79326" t="5375" r="3034"/>
          <a:stretch/>
        </p:blipFill>
        <p:spPr>
          <a:xfrm>
            <a:off x="1362231" y="494133"/>
            <a:ext cx="1621586" cy="18182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977FC32-24AF-9B46-916A-F0C20D6BF4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40085" t="2080" r="42275" b="3295"/>
          <a:stretch/>
        </p:blipFill>
        <p:spPr>
          <a:xfrm>
            <a:off x="1362231" y="2548852"/>
            <a:ext cx="1622551" cy="181937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416D042-D1E6-7F49-B47E-41CB2DC7CA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842" t="2687" r="81518" b="2687"/>
          <a:stretch/>
        </p:blipFill>
        <p:spPr>
          <a:xfrm>
            <a:off x="1426916" y="4617263"/>
            <a:ext cx="1609776" cy="180505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9275AC4-C404-6F47-B695-3F5554A01DAA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5869943" y="514681"/>
            <a:ext cx="2164450" cy="167241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9DAE9DC-11CF-1545-9A82-44F3BE46FAD0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5849394" y="2739283"/>
            <a:ext cx="2164450" cy="15572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07AB726-D16D-A047-A993-D5ACDB0A34B0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5805098" y="4869227"/>
            <a:ext cx="2260117" cy="1683815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7C4FAB1-C7D4-C04A-BACE-2A826B0CC8C8}"/>
              </a:ext>
            </a:extLst>
          </p:cNvPr>
          <p:cNvCxnSpPr/>
          <p:nvPr/>
        </p:nvCxnSpPr>
        <p:spPr>
          <a:xfrm>
            <a:off x="0" y="2352782"/>
            <a:ext cx="90515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BB08C76-FCFE-2542-8275-8E6357F4088D}"/>
              </a:ext>
            </a:extLst>
          </p:cNvPr>
          <p:cNvCxnSpPr/>
          <p:nvPr/>
        </p:nvCxnSpPr>
        <p:spPr>
          <a:xfrm>
            <a:off x="0" y="337334"/>
            <a:ext cx="90515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53C5B8B-BF53-C448-A818-D00C60537CA1}"/>
              </a:ext>
            </a:extLst>
          </p:cNvPr>
          <p:cNvCxnSpPr/>
          <p:nvPr/>
        </p:nvCxnSpPr>
        <p:spPr>
          <a:xfrm>
            <a:off x="92467" y="4518917"/>
            <a:ext cx="90515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939B545-A202-F743-A0C9-4ED046D6E08A}"/>
              </a:ext>
            </a:extLst>
          </p:cNvPr>
          <p:cNvCxnSpPr/>
          <p:nvPr/>
        </p:nvCxnSpPr>
        <p:spPr>
          <a:xfrm>
            <a:off x="46233" y="6746697"/>
            <a:ext cx="90515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C0B17AD0-B692-C745-81EB-A39EFE8303B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44546A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103" b="94869" l="3348" r="95572">
                        <a14:foregroundMark x1="24514" y1="87351" x2="53996" y2="95465"/>
                        <a14:foregroundMark x1="53996" y1="95465" x2="84233" y2="85442"/>
                        <a14:foregroundMark x1="84233" y1="85442" x2="98272" y2="52625"/>
                        <a14:foregroundMark x1="98272" y1="52625" x2="87689" y2="23389"/>
                        <a14:foregroundMark x1="87689" y1="23389" x2="59611" y2="7399"/>
                        <a14:foregroundMark x1="59611" y1="7399" x2="27214" y2="17780"/>
                        <a14:foregroundMark x1="27214" y1="17780" x2="9287" y2="47375"/>
                        <a14:foregroundMark x1="9287" y1="47375" x2="16955" y2="79475"/>
                        <a14:foregroundMark x1="16955" y1="79475" x2="23002" y2="85919"/>
                        <a14:foregroundMark x1="23002" y1="86635" x2="23002" y2="86635"/>
                        <a14:foregroundMark x1="30670" y1="93556" x2="62743" y2="94869"/>
                        <a14:foregroundMark x1="62743" y1="94869" x2="67603" y2="92959"/>
                        <a14:foregroundMark x1="7343" y1="65871" x2="9827" y2="31862"/>
                        <a14:foregroundMark x1="9827" y1="31862" x2="32289" y2="11098"/>
                        <a14:foregroundMark x1="32289" y1="11098" x2="63499" y2="7041"/>
                        <a14:foregroundMark x1="63499" y1="7041" x2="91577" y2="31862"/>
                        <a14:foregroundMark x1="91577" y1="31862" x2="96004" y2="62888"/>
                        <a14:foregroundMark x1="96004" y1="62888" x2="58099" y2="67780"/>
                        <a14:foregroundMark x1="58099" y1="67780" x2="29914" y2="54177"/>
                        <a14:foregroundMark x1="29914" y1="54177" x2="38445" y2="21241"/>
                        <a14:foregroundMark x1="38445" y1="21241" x2="68790" y2="14678"/>
                        <a14:foregroundMark x1="68790" y1="14678" x2="69330" y2="15155"/>
                        <a14:foregroundMark x1="60907" y1="4296" x2="31102" y2="10621"/>
                        <a14:foregroundMark x1="31102" y1="10621" x2="8207" y2="35800"/>
                        <a14:foregroundMark x1="8207" y1="35800" x2="30130" y2="11217"/>
                        <a14:foregroundMark x1="30130" y1="11217" x2="63931" y2="7757"/>
                        <a14:foregroundMark x1="63931" y1="7757" x2="88985" y2="26730"/>
                        <a14:foregroundMark x1="88985" y1="26730" x2="97408" y2="58234"/>
                        <a14:foregroundMark x1="97408" y1="58234" x2="82721" y2="87947"/>
                        <a14:foregroundMark x1="82721" y1="87947" x2="51512" y2="98449"/>
                        <a14:foregroundMark x1="51512" y1="98449" x2="21490" y2="90215"/>
                        <a14:foregroundMark x1="21490" y1="90215" x2="4536" y2="64916"/>
                        <a14:foregroundMark x1="4536" y1="64916" x2="14039" y2="80310"/>
                        <a14:foregroundMark x1="56048" y1="43437" x2="56048" y2="43437"/>
                        <a14:foregroundMark x1="5616" y1="57279" x2="3348" y2="42601"/>
                        <a14:foregroundMark x1="63499" y1="5967" x2="30886" y2="10859"/>
                        <a14:foregroundMark x1="30886" y1="10859" x2="23218" y2="15155"/>
                        <a14:foregroundMark x1="23758" y1="12291" x2="52700" y2="3103"/>
                        <a14:foregroundMark x1="52700" y1="3103" x2="56587" y2="3938"/>
                      </a14:backgroundRemoval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3613456" y="568477"/>
            <a:ext cx="1588738" cy="158822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5C2F4DC-7F28-7847-B302-7906AE08325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44546A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103" b="94869" l="3348" r="95572">
                        <a14:foregroundMark x1="24514" y1="87351" x2="53996" y2="95465"/>
                        <a14:foregroundMark x1="53996" y1="95465" x2="84233" y2="85442"/>
                        <a14:foregroundMark x1="84233" y1="85442" x2="98272" y2="52625"/>
                        <a14:foregroundMark x1="98272" y1="52625" x2="87689" y2="23389"/>
                        <a14:foregroundMark x1="87689" y1="23389" x2="59611" y2="7399"/>
                        <a14:foregroundMark x1="59611" y1="7399" x2="27214" y2="17780"/>
                        <a14:foregroundMark x1="27214" y1="17780" x2="9287" y2="47375"/>
                        <a14:foregroundMark x1="9287" y1="47375" x2="16955" y2="79475"/>
                        <a14:foregroundMark x1="16955" y1="79475" x2="23002" y2="85919"/>
                        <a14:foregroundMark x1="23002" y1="86635" x2="23002" y2="86635"/>
                        <a14:foregroundMark x1="30670" y1="93556" x2="62743" y2="94869"/>
                        <a14:foregroundMark x1="62743" y1="94869" x2="67603" y2="92959"/>
                        <a14:foregroundMark x1="7343" y1="65871" x2="9827" y2="31862"/>
                        <a14:foregroundMark x1="9827" y1="31862" x2="32289" y2="11098"/>
                        <a14:foregroundMark x1="32289" y1="11098" x2="63499" y2="7041"/>
                        <a14:foregroundMark x1="63499" y1="7041" x2="91577" y2="31862"/>
                        <a14:foregroundMark x1="91577" y1="31862" x2="96004" y2="62888"/>
                        <a14:foregroundMark x1="96004" y1="62888" x2="58099" y2="67780"/>
                        <a14:foregroundMark x1="58099" y1="67780" x2="29914" y2="54177"/>
                        <a14:foregroundMark x1="29914" y1="54177" x2="38445" y2="21241"/>
                        <a14:foregroundMark x1="38445" y1="21241" x2="68790" y2="14678"/>
                        <a14:foregroundMark x1="68790" y1="14678" x2="69330" y2="15155"/>
                        <a14:foregroundMark x1="60907" y1="4296" x2="31102" y2="10621"/>
                        <a14:foregroundMark x1="31102" y1="10621" x2="8207" y2="35800"/>
                        <a14:foregroundMark x1="8207" y1="35800" x2="30130" y2="11217"/>
                        <a14:foregroundMark x1="30130" y1="11217" x2="63931" y2="7757"/>
                        <a14:foregroundMark x1="63931" y1="7757" x2="88985" y2="26730"/>
                        <a14:foregroundMark x1="88985" y1="26730" x2="97408" y2="58234"/>
                        <a14:foregroundMark x1="97408" y1="58234" x2="82721" y2="87947"/>
                        <a14:foregroundMark x1="82721" y1="87947" x2="51512" y2="98449"/>
                        <a14:foregroundMark x1="51512" y1="98449" x2="21490" y2="90215"/>
                        <a14:foregroundMark x1="21490" y1="90215" x2="4536" y2="64916"/>
                        <a14:foregroundMark x1="4536" y1="64916" x2="14039" y2="80310"/>
                        <a14:foregroundMark x1="56048" y1="43437" x2="56048" y2="43437"/>
                        <a14:foregroundMark x1="5616" y1="57279" x2="3348" y2="42601"/>
                        <a14:foregroundMark x1="63499" y1="5967" x2="30886" y2="10859"/>
                        <a14:foregroundMark x1="30886" y1="10859" x2="23218" y2="15155"/>
                        <a14:foregroundMark x1="23758" y1="12291" x2="52700" y2="3103"/>
                        <a14:foregroundMark x1="52700" y1="3103" x2="56587" y2="3938"/>
                      </a14:backgroundRemoval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3613456" y="2708267"/>
            <a:ext cx="1588738" cy="158822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A6FCFB6-0BE1-4F43-A56F-8FA532484F8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44546A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103" b="94869" l="3348" r="95572">
                        <a14:foregroundMark x1="24514" y1="87351" x2="53996" y2="95465"/>
                        <a14:foregroundMark x1="53996" y1="95465" x2="84233" y2="85442"/>
                        <a14:foregroundMark x1="84233" y1="85442" x2="98272" y2="52625"/>
                        <a14:foregroundMark x1="98272" y1="52625" x2="87689" y2="23389"/>
                        <a14:foregroundMark x1="87689" y1="23389" x2="59611" y2="7399"/>
                        <a14:foregroundMark x1="59611" y1="7399" x2="27214" y2="17780"/>
                        <a14:foregroundMark x1="27214" y1="17780" x2="9287" y2="47375"/>
                        <a14:foregroundMark x1="9287" y1="47375" x2="16955" y2="79475"/>
                        <a14:foregroundMark x1="16955" y1="79475" x2="23002" y2="85919"/>
                        <a14:foregroundMark x1="23002" y1="86635" x2="23002" y2="86635"/>
                        <a14:foregroundMark x1="30670" y1="93556" x2="62743" y2="94869"/>
                        <a14:foregroundMark x1="62743" y1="94869" x2="67603" y2="92959"/>
                        <a14:foregroundMark x1="7343" y1="65871" x2="9827" y2="31862"/>
                        <a14:foregroundMark x1="9827" y1="31862" x2="32289" y2="11098"/>
                        <a14:foregroundMark x1="32289" y1="11098" x2="63499" y2="7041"/>
                        <a14:foregroundMark x1="63499" y1="7041" x2="91577" y2="31862"/>
                        <a14:foregroundMark x1="91577" y1="31862" x2="96004" y2="62888"/>
                        <a14:foregroundMark x1="96004" y1="62888" x2="58099" y2="67780"/>
                        <a14:foregroundMark x1="58099" y1="67780" x2="29914" y2="54177"/>
                        <a14:foregroundMark x1="29914" y1="54177" x2="38445" y2="21241"/>
                        <a14:foregroundMark x1="38445" y1="21241" x2="68790" y2="14678"/>
                        <a14:foregroundMark x1="68790" y1="14678" x2="69330" y2="15155"/>
                        <a14:foregroundMark x1="60907" y1="4296" x2="31102" y2="10621"/>
                        <a14:foregroundMark x1="31102" y1="10621" x2="8207" y2="35800"/>
                        <a14:foregroundMark x1="8207" y1="35800" x2="30130" y2="11217"/>
                        <a14:foregroundMark x1="30130" y1="11217" x2="63931" y2="7757"/>
                        <a14:foregroundMark x1="63931" y1="7757" x2="88985" y2="26730"/>
                        <a14:foregroundMark x1="88985" y1="26730" x2="97408" y2="58234"/>
                        <a14:foregroundMark x1="97408" y1="58234" x2="82721" y2="87947"/>
                        <a14:foregroundMark x1="82721" y1="87947" x2="51512" y2="98449"/>
                        <a14:foregroundMark x1="51512" y1="98449" x2="21490" y2="90215"/>
                        <a14:foregroundMark x1="21490" y1="90215" x2="4536" y2="64916"/>
                        <a14:foregroundMark x1="4536" y1="64916" x2="14039" y2="80310"/>
                        <a14:foregroundMark x1="56048" y1="43437" x2="56048" y2="43437"/>
                        <a14:foregroundMark x1="5616" y1="57279" x2="3348" y2="42601"/>
                        <a14:foregroundMark x1="63499" y1="5967" x2="30886" y2="10859"/>
                        <a14:foregroundMark x1="30886" y1="10859" x2="23218" y2="15155"/>
                        <a14:foregroundMark x1="23758" y1="12291" x2="52700" y2="3103"/>
                        <a14:foregroundMark x1="52700" y1="3103" x2="56587" y2="3938"/>
                      </a14:backgroundRemoval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3591935" y="4775007"/>
            <a:ext cx="1588738" cy="158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323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1031D7-7BE7-9A40-86B7-BA5DE03343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8246"/>
          <a:stretch/>
        </p:blipFill>
        <p:spPr>
          <a:xfrm>
            <a:off x="420869" y="1420527"/>
            <a:ext cx="2093731" cy="40169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863D4D-D76B-274A-9AA5-44E5751B6B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698" t="6532"/>
          <a:stretch/>
        </p:blipFill>
        <p:spPr>
          <a:xfrm>
            <a:off x="4763175" y="3514011"/>
            <a:ext cx="3959956" cy="23936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AA39B7-51E8-E640-943F-93A7B76C942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83" b="53130"/>
          <a:stretch/>
        </p:blipFill>
        <p:spPr>
          <a:xfrm>
            <a:off x="4677563" y="1702068"/>
            <a:ext cx="4231812" cy="15419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120CB2-1DB5-E343-B77B-17821984AD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40966" y="2418098"/>
            <a:ext cx="4470242" cy="219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932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421836FE-9568-174C-81B2-10B16D9710CF}"/>
              </a:ext>
            </a:extLst>
          </p:cNvPr>
          <p:cNvGrpSpPr/>
          <p:nvPr/>
        </p:nvGrpSpPr>
        <p:grpSpPr>
          <a:xfrm>
            <a:off x="336662" y="1257255"/>
            <a:ext cx="4051514" cy="3606717"/>
            <a:chOff x="151727" y="3034684"/>
            <a:chExt cx="4051514" cy="360671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47DD058-FE55-7448-B257-32915C8C82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6350"/>
            <a:stretch/>
          </p:blipFill>
          <p:spPr>
            <a:xfrm>
              <a:off x="151727" y="3380397"/>
              <a:ext cx="4051514" cy="326100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B9EAA88-FD52-8345-BCB1-2E8A4417D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87071" y="3034685"/>
              <a:ext cx="621455" cy="73356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5B22116-842A-384D-B67F-1CC4892A9E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1349" y="3034684"/>
              <a:ext cx="621456" cy="749693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0B00A36-5E3E-E442-9305-1B18372820F1}"/>
              </a:ext>
            </a:extLst>
          </p:cNvPr>
          <p:cNvGrpSpPr/>
          <p:nvPr/>
        </p:nvGrpSpPr>
        <p:grpSpPr>
          <a:xfrm>
            <a:off x="4756935" y="1257255"/>
            <a:ext cx="4051514" cy="3606717"/>
            <a:chOff x="4572000" y="3034684"/>
            <a:chExt cx="4051514" cy="360671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E649B8B-BE80-B744-B338-29090158E8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6350"/>
            <a:stretch/>
          </p:blipFill>
          <p:spPr>
            <a:xfrm>
              <a:off x="4572000" y="3380397"/>
              <a:ext cx="4051514" cy="326100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E5D11F5-D22F-CE4F-99CD-D99F76A64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24467" y="3034684"/>
              <a:ext cx="621455" cy="73356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E72B4B8-E054-A745-AD64-C76946A020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18746" y="3034684"/>
              <a:ext cx="621456" cy="749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73084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A86AFFC-3935-6949-BA8D-83AB12827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16" y="3806184"/>
            <a:ext cx="4160981" cy="28191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3D8C26-B8E7-0843-8BC0-A6AB5E011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646" y="3810046"/>
            <a:ext cx="4224244" cy="28191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9D20C8-CBBD-D44A-BE25-C5C7AC2D0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805" y="654051"/>
            <a:ext cx="3897270" cy="29414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8EB490C-4952-A24F-9649-BC514F781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654051"/>
            <a:ext cx="3897270" cy="294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685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AA2345-0AA3-554B-994A-E6C0778EFD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252"/>
          <a:stretch/>
        </p:blipFill>
        <p:spPr>
          <a:xfrm>
            <a:off x="4397811" y="611955"/>
            <a:ext cx="4746189" cy="30764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20C0CF-0D3B-F94E-BEE3-8D9D280EA4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989" b="2947"/>
          <a:stretch/>
        </p:blipFill>
        <p:spPr>
          <a:xfrm>
            <a:off x="82195" y="536394"/>
            <a:ext cx="4565124" cy="31623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D4488C9-069C-0144-9684-C5182A7DE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3503" y="3963968"/>
            <a:ext cx="3363788" cy="19105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4319694-51D2-284B-8992-93AB81F841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615" y="3939855"/>
            <a:ext cx="3363788" cy="19346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35313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CC0A8B4-0777-4141-9B12-BA79FDA1FA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3" t="-524" r="49827" b="50524"/>
          <a:stretch/>
        </p:blipFill>
        <p:spPr>
          <a:xfrm>
            <a:off x="0" y="799022"/>
            <a:ext cx="3925323" cy="27997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7BF37C-2C54-D84C-BF23-5E1E6933B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921" y="438286"/>
            <a:ext cx="4559601" cy="15056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2D3CD5-ABE6-AF4A-8523-FACC4AA24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4149" y="3872989"/>
            <a:ext cx="5307496" cy="23904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F3AC2B-FE1F-BB40-A169-5E9E0FFB14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1947" y="4117183"/>
            <a:ext cx="3992602" cy="21462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FA5A82C-2998-3A47-9EC7-583E990BA8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5920" y="2069160"/>
            <a:ext cx="4559602" cy="1505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17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A2703D-B5A9-4349-9717-A96886479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548" y="3429000"/>
            <a:ext cx="4927745" cy="293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402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27255</TotalTime>
  <Words>13</Words>
  <Application>Microsoft Macintosh PowerPoint</Application>
  <PresentationFormat>On-screen Show (4:3)</PresentationFormat>
  <Paragraphs>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</cp:revision>
  <dcterms:created xsi:type="dcterms:W3CDTF">2025-11-13T23:16:15Z</dcterms:created>
  <dcterms:modified xsi:type="dcterms:W3CDTF">2025-12-02T21:32:10Z</dcterms:modified>
</cp:coreProperties>
</file>