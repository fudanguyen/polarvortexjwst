
<file path=[Content_Types].xml><?xml version="1.0" encoding="utf-8"?>
<Types xmlns="http://schemas.openxmlformats.org/package/2006/content-types"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1" r:id="rId6"/>
    <p:sldId id="260" r:id="rId7"/>
    <p:sldId id="262" r:id="rId8"/>
    <p:sldId id="263" r:id="rId9"/>
    <p:sldId id="264" r:id="rId10"/>
    <p:sldId id="266" r:id="rId11"/>
    <p:sldId id="265" r:id="rId12"/>
    <p:sldId id="267" r:id="rId13"/>
    <p:sldId id="268" r:id="rId14"/>
    <p:sldId id="269" r:id="rId15"/>
    <p:sldId id="270" r:id="rId16"/>
    <p:sldId id="271" r:id="rId17"/>
    <p:sldId id="272" r:id="rId18"/>
  </p:sldIdLst>
  <p:sldSz cx="12192000" cy="6858000"/>
  <p:notesSz cx="6858000" cy="9144000"/>
  <p:defaultTextStyle>
    <a:defPPr>
      <a:defRPr lang="en-V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352"/>
    <p:restoredTop sz="96405"/>
  </p:normalViewPr>
  <p:slideViewPr>
    <p:cSldViewPr snapToGrid="0" snapToObjects="1">
      <p:cViewPr varScale="1">
        <p:scale>
          <a:sx n="127" d="100"/>
          <a:sy n="127" d="100"/>
        </p:scale>
        <p:origin x="440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15F8EE-7833-BE4F-A831-0F0EC62C8CF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V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0CC0FC6-9580-AB47-B756-3EBC841ACBA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V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57F53D2-303B-BC40-B69D-F5A250B072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130B3E-8FDA-9B46-A1F7-150A9D9E51FB}" type="datetimeFigureOut">
              <a:rPr lang="en-VN" smtClean="0"/>
              <a:t>3/12/25</a:t>
            </a:fld>
            <a:endParaRPr lang="en-V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11A0526-4EE1-694A-A03B-BD27F7E8A6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99E8221-3C74-864F-BF35-508528D77F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D9429B-B177-F141-8150-8C989495381D}" type="slidenum">
              <a:rPr lang="en-VN" smtClean="0"/>
              <a:t>‹#›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89666576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15F799-B6A9-E746-9D31-EF209D22EA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V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D7BB2E-FA30-124C-B42C-6038BF76605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V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C5BF122-2FB2-C84B-8505-15340AAFBE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130B3E-8FDA-9B46-A1F7-150A9D9E51FB}" type="datetimeFigureOut">
              <a:rPr lang="en-VN" smtClean="0"/>
              <a:t>3/12/25</a:t>
            </a:fld>
            <a:endParaRPr lang="en-V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86E5161-4FF3-CB4E-B82D-9981EEB9FC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53848B2-B665-DF41-9068-6D86A626CD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D9429B-B177-F141-8150-8C989495381D}" type="slidenum">
              <a:rPr lang="en-VN" smtClean="0"/>
              <a:t>‹#›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144220146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56CD04-8795-9E46-888E-DC57DD17E2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V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406F4EA-38CD-5249-A668-3DC6B5E77CB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9772369-739D-F74D-A328-72122F529A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130B3E-8FDA-9B46-A1F7-150A9D9E51FB}" type="datetimeFigureOut">
              <a:rPr lang="en-VN" smtClean="0"/>
              <a:t>3/12/25</a:t>
            </a:fld>
            <a:endParaRPr lang="en-V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A468F21-3CCA-5F42-8934-13FC7899BD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CDCA507-480D-A345-8836-13D45413A7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D9429B-B177-F141-8150-8C989495381D}" type="slidenum">
              <a:rPr lang="en-VN" smtClean="0"/>
              <a:t>‹#›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17313083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78FB30-B3F7-A843-8A1A-C8BA0FA0BC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V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D83885-CA07-1846-AD7C-C5C7B94F7C6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V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DEF8CFC-BFD0-3A43-A760-D62A46D8D3E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V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A4043F0-4BBB-374F-82B1-BA7186596C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130B3E-8FDA-9B46-A1F7-150A9D9E51FB}" type="datetimeFigureOut">
              <a:rPr lang="en-VN" smtClean="0"/>
              <a:t>3/12/25</a:t>
            </a:fld>
            <a:endParaRPr lang="en-V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AF4E850-DBF2-3D47-8131-4D41A145D0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82DA0A0-0A2D-D746-B04B-57F7EDE99F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D9429B-B177-F141-8150-8C989495381D}" type="slidenum">
              <a:rPr lang="en-VN" smtClean="0"/>
              <a:t>‹#›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2573775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D5E5B0-7BF2-304C-82FD-4E8A0D8D48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V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7B60BD7-BF8B-1A4D-AEF3-723A3135267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D1E2DE5-55CA-574C-9B34-1E25CDBF995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V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216D1E6-29F0-4B4B-A21C-962A3B7A34D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26FCF51-B82E-7648-893F-DC7F131D50A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V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C4D9186-DA0A-CC4C-9A6E-B5555B42BE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130B3E-8FDA-9B46-A1F7-150A9D9E51FB}" type="datetimeFigureOut">
              <a:rPr lang="en-VN" smtClean="0"/>
              <a:t>3/12/25</a:t>
            </a:fld>
            <a:endParaRPr lang="en-V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8306C8B-934A-294A-A34C-6B98BBB6B1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09CD46E-10A6-2E4D-A498-F19DCCA3AB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D9429B-B177-F141-8150-8C989495381D}" type="slidenum">
              <a:rPr lang="en-VN" smtClean="0"/>
              <a:t>‹#›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51361342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B46A18-98DD-AB4F-B182-DB7CDB23EF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V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777D156-1405-AB4F-AE4C-815C0DDB57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130B3E-8FDA-9B46-A1F7-150A9D9E51FB}" type="datetimeFigureOut">
              <a:rPr lang="en-VN" smtClean="0"/>
              <a:t>3/12/25</a:t>
            </a:fld>
            <a:endParaRPr lang="en-V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28EAADD-FB58-A842-91D5-EA193683BA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493CF1C-F76F-2845-8493-AE92A9C597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D9429B-B177-F141-8150-8C989495381D}" type="slidenum">
              <a:rPr lang="en-VN" smtClean="0"/>
              <a:t>‹#›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87634649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A5CB36-C3AD-0F41-AA81-81E5D0B841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130B3E-8FDA-9B46-A1F7-150A9D9E51FB}" type="datetimeFigureOut">
              <a:rPr lang="en-VN" smtClean="0"/>
              <a:t>3/12/25</a:t>
            </a:fld>
            <a:endParaRPr lang="en-V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D3B9F2F-38CA-644D-A993-48330ACD61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B3C5C3E-04CF-0143-ABB4-D102AA6AD3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D9429B-B177-F141-8150-8C989495381D}" type="slidenum">
              <a:rPr lang="en-VN" smtClean="0"/>
              <a:t>‹#›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59573155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98763E-3602-D049-B81F-410D020A7F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V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3ECBC7-54E7-B344-9ECD-6453FFDA070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V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7E60961-53CD-4E48-8579-ECCF92D64D2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5CFFF69-B324-AF41-9073-87A0BF450C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130B3E-8FDA-9B46-A1F7-150A9D9E51FB}" type="datetimeFigureOut">
              <a:rPr lang="en-VN" smtClean="0"/>
              <a:t>3/12/25</a:t>
            </a:fld>
            <a:endParaRPr lang="en-V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FD58735-40C7-3D44-8B1D-8DAF9B2F4B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70EB079-6630-7547-9C79-89867AA3E0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D9429B-B177-F141-8150-8C989495381D}" type="slidenum">
              <a:rPr lang="en-VN" smtClean="0"/>
              <a:t>‹#›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382715666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CECCFE-D7CC-2442-8DFD-C6FB2A0BD4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V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59D92F4-60A7-D443-9630-1F97C31C988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V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ADDF6AD-B5A8-E24B-B96F-5CE0F408064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DB3DC41-B407-C348-B3A0-407063DEC6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130B3E-8FDA-9B46-A1F7-150A9D9E51FB}" type="datetimeFigureOut">
              <a:rPr lang="en-VN" smtClean="0"/>
              <a:t>3/12/25</a:t>
            </a:fld>
            <a:endParaRPr lang="en-V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26251D8-9F1D-F14F-BA25-7812FD8C68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5B9F967-6F97-7A45-B378-7233F44B38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D9429B-B177-F141-8150-8C989495381D}" type="slidenum">
              <a:rPr lang="en-VN" smtClean="0"/>
              <a:t>‹#›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407348572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2B20D0-565D-F64A-9102-88A7411857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V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27BFDFB-6D24-0048-AEC7-9A01F118111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V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0CBA2F-61CE-B746-A7A1-F4ACC34943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130B3E-8FDA-9B46-A1F7-150A9D9E51FB}" type="datetimeFigureOut">
              <a:rPr lang="en-VN" smtClean="0"/>
              <a:t>3/12/25</a:t>
            </a:fld>
            <a:endParaRPr lang="en-V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7200DCA-D702-C148-8E53-AC8E16E227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87681D-F20A-754B-A764-27CC1304B2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D9429B-B177-F141-8150-8C989495381D}" type="slidenum">
              <a:rPr lang="en-VN" smtClean="0"/>
              <a:t>‹#›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248849578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3ED3FEA-C5DB-4245-9EA3-6117D9DB64D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V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E0924E0-1570-AC48-9E7A-4AEC2B06C49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V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6E290D6-C450-2944-993B-8012C6F89B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130B3E-8FDA-9B46-A1F7-150A9D9E51FB}" type="datetimeFigureOut">
              <a:rPr lang="en-VN" smtClean="0"/>
              <a:t>3/12/25</a:t>
            </a:fld>
            <a:endParaRPr lang="en-V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AC5ED70-7029-AB47-8586-0E4F94BAAD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BCB8CC4-A964-6C40-BBAA-B2773E40C8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D9429B-B177-F141-8150-8C989495381D}" type="slidenum">
              <a:rPr lang="en-VN" smtClean="0"/>
              <a:t>‹#›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403314306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2C75AFC-B454-EE44-A659-9905FD18B3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V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E126389-0068-AF42-9318-7AAC72C7AD5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V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5931A2-F0B7-DA4A-B040-8F012A53756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D130B3E-8FDA-9B46-A1F7-150A9D9E51FB}" type="datetimeFigureOut">
              <a:rPr lang="en-VN" smtClean="0"/>
              <a:t>3/12/25</a:t>
            </a:fld>
            <a:endParaRPr lang="en-V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EC5FE7C-18EE-6C47-9C30-A7D27238B08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V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5F14754-7B4C-234B-A3E4-B248F905216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7D9429B-B177-F141-8150-8C989495381D}" type="slidenum">
              <a:rPr lang="en-VN" smtClean="0"/>
              <a:t>‹#›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250489433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V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video" Target="../media/media2.mp4"/><Relationship Id="rId1" Type="http://schemas.microsoft.com/office/2007/relationships/media" Target="../media/media2.mp4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0A7E91B6-D090-E647-8FEA-FF630FCFC9B0}"/>
              </a:ext>
            </a:extLst>
          </p:cNvPr>
          <p:cNvSpPr txBox="1"/>
          <p:nvPr/>
        </p:nvSpPr>
        <p:spPr>
          <a:xfrm>
            <a:off x="880905" y="4340888"/>
            <a:ext cx="10430189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en-VN" sz="2800" dirty="0"/>
              <a:t>Using fsed-range to simulate amplitude modulation</a:t>
            </a:r>
          </a:p>
          <a:p>
            <a:pPr marL="285750" indent="-285750">
              <a:buFontTx/>
              <a:buChar char="-"/>
            </a:pPr>
            <a:r>
              <a:rPr lang="en-VN" sz="2800" dirty="0"/>
              <a:t>Multi fsed clouds in the same column to simulate phase differences/phase shifts</a:t>
            </a:r>
          </a:p>
          <a:p>
            <a:pPr marL="285750" indent="-285750">
              <a:buFontTx/>
              <a:buChar char="-"/>
            </a:pPr>
            <a:r>
              <a:rPr lang="en-VN" sz="2800" dirty="0"/>
              <a:t>Status of spatial model</a:t>
            </a:r>
          </a:p>
          <a:p>
            <a:pPr marL="285750" indent="-285750">
              <a:buFontTx/>
              <a:buChar char="-"/>
            </a:pPr>
            <a:endParaRPr lang="en-VN" sz="28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D2A2A23-1310-7049-A2DF-605CAEF81047}"/>
              </a:ext>
            </a:extLst>
          </p:cNvPr>
          <p:cNvSpPr txBox="1"/>
          <p:nvPr/>
        </p:nvSpPr>
        <p:spPr>
          <a:xfrm>
            <a:off x="653143" y="381837"/>
            <a:ext cx="9053565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 sz="4400" b="1" dirty="0"/>
              <a:t>PICASO / ATM. MODELING INDEP STUDY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193A3AC-3E96-7543-BA8E-010C7110A52E}"/>
              </a:ext>
            </a:extLst>
          </p:cNvPr>
          <p:cNvSpPr txBox="1"/>
          <p:nvPr/>
        </p:nvSpPr>
        <p:spPr>
          <a:xfrm>
            <a:off x="6471140" y="6402991"/>
            <a:ext cx="582804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 dirty="0"/>
              <a:t>Fuda Nguyen PTYS 900 w/ Dr. Marley &amp; Dr. Miles, 12/2025</a:t>
            </a:r>
          </a:p>
        </p:txBody>
      </p:sp>
    </p:spTree>
    <p:extLst>
      <p:ext uri="{BB962C8B-B14F-4D97-AF65-F5344CB8AC3E}">
        <p14:creationId xmlns:p14="http://schemas.microsoft.com/office/powerpoint/2010/main" val="30071023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AD8F4E79-12B0-994E-8C57-0DD2F6D7E56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5847" y="1198684"/>
            <a:ext cx="7400644" cy="5659316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710636A-47D6-4043-AA9F-29649FD2ECC2}"/>
              </a:ext>
            </a:extLst>
          </p:cNvPr>
          <p:cNvSpPr txBox="1"/>
          <p:nvPr/>
        </p:nvSpPr>
        <p:spPr>
          <a:xfrm>
            <a:off x="8229599" y="1467059"/>
            <a:ext cx="2944167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 dirty="0"/>
              <a:t>Use simple cloud setup: </a:t>
            </a:r>
            <a:br>
              <a:rPr lang="en-VN" dirty="0"/>
            </a:br>
            <a:r>
              <a:rPr lang="en-VN" b="1" dirty="0"/>
              <a:t>Fe, MgSiO3, Na2S</a:t>
            </a:r>
          </a:p>
          <a:p>
            <a:endParaRPr lang="en-VN" b="1" dirty="0"/>
          </a:p>
          <a:p>
            <a:r>
              <a:rPr lang="en-VN" dirty="0"/>
              <a:t>Temp:</a:t>
            </a:r>
          </a:p>
          <a:p>
            <a:r>
              <a:rPr lang="en-VN" b="1" dirty="0"/>
              <a:t>1200K, 950K</a:t>
            </a:r>
            <a:br>
              <a:rPr lang="en-VN" b="1" dirty="0"/>
            </a:br>
            <a:br>
              <a:rPr lang="en-VN" b="1" dirty="0"/>
            </a:br>
            <a:r>
              <a:rPr lang="en-VN" dirty="0"/>
              <a:t>log(g):</a:t>
            </a:r>
            <a:br>
              <a:rPr lang="en-VN" dirty="0"/>
            </a:br>
            <a:r>
              <a:rPr lang="en-VN" b="1" dirty="0"/>
              <a:t>4, 3.5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4533BD4-0047-C04D-8CB4-AC4BA015EB7B}"/>
              </a:ext>
            </a:extLst>
          </p:cNvPr>
          <p:cNvSpPr txBox="1"/>
          <p:nvPr/>
        </p:nvSpPr>
        <p:spPr>
          <a:xfrm>
            <a:off x="1630345" y="393114"/>
            <a:ext cx="864911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Tx/>
              <a:buChar char="-"/>
            </a:pPr>
            <a:r>
              <a:rPr lang="en-VN" sz="2800" b="1" dirty="0"/>
              <a:t>Using fsed-range to simulate amplitude modulation</a:t>
            </a:r>
          </a:p>
        </p:txBody>
      </p:sp>
    </p:spTree>
    <p:extLst>
      <p:ext uri="{BB962C8B-B14F-4D97-AF65-F5344CB8AC3E}">
        <p14:creationId xmlns:p14="http://schemas.microsoft.com/office/powerpoint/2010/main" val="343703306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7EA1861D-F1EA-EC4F-92D1-DB96DF2C43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3276" y="270233"/>
            <a:ext cx="8980095" cy="6317533"/>
          </a:xfrm>
          <a:prstGeom prst="rect">
            <a:avLst/>
          </a:prstGeom>
        </p:spPr>
      </p:pic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C84E1874-E9AE-EA40-8200-58FCB7E30395}"/>
              </a:ext>
            </a:extLst>
          </p:cNvPr>
          <p:cNvCxnSpPr/>
          <p:nvPr/>
        </p:nvCxnSpPr>
        <p:spPr>
          <a:xfrm>
            <a:off x="9304774" y="3215473"/>
            <a:ext cx="0" cy="263266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7D525A46-13BA-6749-8DCE-6BDA87189702}"/>
              </a:ext>
            </a:extLst>
          </p:cNvPr>
          <p:cNvSpPr txBox="1"/>
          <p:nvPr/>
        </p:nvSpPr>
        <p:spPr>
          <a:xfrm>
            <a:off x="9396178" y="5201810"/>
            <a:ext cx="12258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</a:t>
            </a:r>
            <a:r>
              <a:rPr lang="en-VN" dirty="0"/>
              <a:t>sed =</a:t>
            </a:r>
            <a:br>
              <a:rPr lang="en-VN" dirty="0"/>
            </a:br>
            <a:r>
              <a:rPr lang="en-VN" dirty="0"/>
              <a:t>1.0-1.18</a:t>
            </a:r>
          </a:p>
        </p:txBody>
      </p:sp>
    </p:spTree>
    <p:extLst>
      <p:ext uri="{BB962C8B-B14F-4D97-AF65-F5344CB8AC3E}">
        <p14:creationId xmlns:p14="http://schemas.microsoft.com/office/powerpoint/2010/main" val="170418841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82B4E7C1-06B5-644B-9BF6-46C6D8E0D6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0550" y="228600"/>
            <a:ext cx="11010900" cy="640080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707333D4-B864-A24E-A7C8-F9EDDD2E630A}"/>
              </a:ext>
            </a:extLst>
          </p:cNvPr>
          <p:cNvSpPr/>
          <p:nvPr/>
        </p:nvSpPr>
        <p:spPr>
          <a:xfrm>
            <a:off x="2090058" y="3155181"/>
            <a:ext cx="120579" cy="2853733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0A06E3F-E152-DA40-BED5-6A933A89A109}"/>
              </a:ext>
            </a:extLst>
          </p:cNvPr>
          <p:cNvSpPr/>
          <p:nvPr/>
        </p:nvSpPr>
        <p:spPr>
          <a:xfrm>
            <a:off x="2684585" y="3155181"/>
            <a:ext cx="120579" cy="2853733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3B6670B-C80C-6F4B-BC99-992EDE57A1F9}"/>
              </a:ext>
            </a:extLst>
          </p:cNvPr>
          <p:cNvSpPr txBox="1"/>
          <p:nvPr/>
        </p:nvSpPr>
        <p:spPr>
          <a:xfrm>
            <a:off x="1316335" y="2713055"/>
            <a:ext cx="77372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 sz="1400" dirty="0"/>
              <a:t>1200K</a:t>
            </a:r>
          </a:p>
        </p:txBody>
      </p:sp>
    </p:spTree>
    <p:extLst>
      <p:ext uri="{BB962C8B-B14F-4D97-AF65-F5344CB8AC3E}">
        <p14:creationId xmlns:p14="http://schemas.microsoft.com/office/powerpoint/2010/main" val="256581964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43BA232E-C5AC-1141-B2AB-86CD5932C7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6527" y="35053"/>
            <a:ext cx="9604968" cy="6822947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09FF17D-9E21-2B4F-BD2E-3C889FE22ABB}"/>
              </a:ext>
            </a:extLst>
          </p:cNvPr>
          <p:cNvSpPr txBox="1"/>
          <p:nvPr/>
        </p:nvSpPr>
        <p:spPr>
          <a:xfrm>
            <a:off x="1637882" y="251209"/>
            <a:ext cx="77372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 sz="1400" dirty="0"/>
              <a:t>1200K</a:t>
            </a:r>
          </a:p>
        </p:txBody>
      </p:sp>
    </p:spTree>
    <p:extLst>
      <p:ext uri="{BB962C8B-B14F-4D97-AF65-F5344CB8AC3E}">
        <p14:creationId xmlns:p14="http://schemas.microsoft.com/office/powerpoint/2010/main" val="320762694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A2341D04-269F-B74F-9F71-0E3CAEBEE2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6673" y="145265"/>
            <a:ext cx="9495691" cy="6712735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E67197AE-D2EF-A44C-979D-62E930580489}"/>
              </a:ext>
            </a:extLst>
          </p:cNvPr>
          <p:cNvSpPr txBox="1"/>
          <p:nvPr/>
        </p:nvSpPr>
        <p:spPr>
          <a:xfrm>
            <a:off x="1838849" y="391886"/>
            <a:ext cx="77372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 sz="1400" dirty="0"/>
              <a:t>1200K</a:t>
            </a:r>
          </a:p>
        </p:txBody>
      </p:sp>
    </p:spTree>
    <p:extLst>
      <p:ext uri="{BB962C8B-B14F-4D97-AF65-F5344CB8AC3E}">
        <p14:creationId xmlns:p14="http://schemas.microsoft.com/office/powerpoint/2010/main" val="336477874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C1FD2B45-1D1B-4C4F-B0B4-60C529F80F0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71526" y="0"/>
            <a:ext cx="7805854" cy="6858000"/>
          </a:xfrm>
          <a:prstGeom prst="rect">
            <a:avLst/>
          </a:prstGeom>
        </p:spPr>
      </p:pic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26D9BFB9-EE8D-414D-B810-7009C3282B17}"/>
              </a:ext>
            </a:extLst>
          </p:cNvPr>
          <p:cNvCxnSpPr>
            <a:cxnSpLocks/>
          </p:cNvCxnSpPr>
          <p:nvPr/>
        </p:nvCxnSpPr>
        <p:spPr>
          <a:xfrm>
            <a:off x="3798277" y="914400"/>
            <a:ext cx="310494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62A2DA71-0546-8144-9AD4-4038D595E598}"/>
              </a:ext>
            </a:extLst>
          </p:cNvPr>
          <p:cNvCxnSpPr>
            <a:cxnSpLocks/>
          </p:cNvCxnSpPr>
          <p:nvPr/>
        </p:nvCxnSpPr>
        <p:spPr>
          <a:xfrm>
            <a:off x="3798276" y="3429000"/>
            <a:ext cx="310494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A0B089B1-2175-7B4F-A6C6-C13156BE84D0}"/>
              </a:ext>
            </a:extLst>
          </p:cNvPr>
          <p:cNvCxnSpPr>
            <a:cxnSpLocks/>
          </p:cNvCxnSpPr>
          <p:nvPr/>
        </p:nvCxnSpPr>
        <p:spPr>
          <a:xfrm>
            <a:off x="3798276" y="5781989"/>
            <a:ext cx="310494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B5522538-E3E1-6546-98AA-5FD4283C403D}"/>
              </a:ext>
            </a:extLst>
          </p:cNvPr>
          <p:cNvSpPr txBox="1"/>
          <p:nvPr/>
        </p:nvSpPr>
        <p:spPr>
          <a:xfrm>
            <a:off x="1336431" y="0"/>
            <a:ext cx="13565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 dirty="0"/>
              <a:t>Clouds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490C9A3-4299-B24E-A415-CD7065545CFD}"/>
              </a:ext>
            </a:extLst>
          </p:cNvPr>
          <p:cNvSpPr txBox="1"/>
          <p:nvPr/>
        </p:nvSpPr>
        <p:spPr>
          <a:xfrm>
            <a:off x="3870290" y="0"/>
            <a:ext cx="13565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 dirty="0"/>
              <a:t>kzz</a:t>
            </a:r>
          </a:p>
        </p:txBody>
      </p:sp>
    </p:spTree>
    <p:extLst>
      <p:ext uri="{BB962C8B-B14F-4D97-AF65-F5344CB8AC3E}">
        <p14:creationId xmlns:p14="http://schemas.microsoft.com/office/powerpoint/2010/main" val="36455878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CE43605F-5903-C845-B8A7-3594AB1A162D}"/>
              </a:ext>
            </a:extLst>
          </p:cNvPr>
          <p:cNvSpPr txBox="1"/>
          <p:nvPr/>
        </p:nvSpPr>
        <p:spPr>
          <a:xfrm>
            <a:off x="303963" y="335003"/>
            <a:ext cx="9382648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Tx/>
              <a:buChar char="-"/>
            </a:pPr>
            <a:r>
              <a:rPr lang="en-VN" sz="2400" b="1" dirty="0"/>
              <a:t>Multi fsed clouds in the same column to simulate phase differences/phase shifts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DD33A05-2265-F24E-B787-0D0FDCEBEC6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85984" y="1166000"/>
            <a:ext cx="7479080" cy="5656326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FDFA53FF-776D-5747-A696-062BF82685A9}"/>
              </a:ext>
            </a:extLst>
          </p:cNvPr>
          <p:cNvSpPr txBox="1"/>
          <p:nvPr/>
        </p:nvSpPr>
        <p:spPr>
          <a:xfrm>
            <a:off x="1213608" y="2233956"/>
            <a:ext cx="322665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 sz="1600" b="1" dirty="0"/>
              <a:t>Yang+2016</a:t>
            </a:r>
          </a:p>
        </p:txBody>
      </p:sp>
    </p:spTree>
    <p:extLst>
      <p:ext uri="{BB962C8B-B14F-4D97-AF65-F5344CB8AC3E}">
        <p14:creationId xmlns:p14="http://schemas.microsoft.com/office/powerpoint/2010/main" val="122184769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2058A391-0417-4C43-8DA7-D935B13414EE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460" r="46528" b="52122"/>
          <a:stretch/>
        </p:blipFill>
        <p:spPr>
          <a:xfrm>
            <a:off x="1150958" y="997646"/>
            <a:ext cx="4566513" cy="2893926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B98722AA-3111-034E-A310-66FB03EF605F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2725" t="48739" r="43803" b="2655"/>
          <a:stretch/>
        </p:blipFill>
        <p:spPr>
          <a:xfrm>
            <a:off x="6176387" y="1030376"/>
            <a:ext cx="4566556" cy="3014431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9A6DA36E-6BEA-4B47-96AC-7F1D6CAB87EE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54639" r="772" b="51394"/>
          <a:stretch/>
        </p:blipFill>
        <p:spPr>
          <a:xfrm>
            <a:off x="1698170" y="3891572"/>
            <a:ext cx="3807904" cy="296642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FD0516D-FAE5-5E42-B837-986A48BB643D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56952" t="47260" r="736" b="4134"/>
          <a:stretch/>
        </p:blipFill>
        <p:spPr>
          <a:xfrm>
            <a:off x="6652937" y="3891572"/>
            <a:ext cx="3613456" cy="2966428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571F6E7A-FF07-944E-B2DC-DA80407F6D81}"/>
              </a:ext>
            </a:extLst>
          </p:cNvPr>
          <p:cNvSpPr txBox="1"/>
          <p:nvPr/>
        </p:nvSpPr>
        <p:spPr>
          <a:xfrm>
            <a:off x="4432251" y="411982"/>
            <a:ext cx="444137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 sz="2000" b="1" dirty="0"/>
              <a:t>PSO-318 (unpublished JWST 8846) </a:t>
            </a:r>
          </a:p>
        </p:txBody>
      </p:sp>
    </p:spTree>
    <p:extLst>
      <p:ext uri="{BB962C8B-B14F-4D97-AF65-F5344CB8AC3E}">
        <p14:creationId xmlns:p14="http://schemas.microsoft.com/office/powerpoint/2010/main" val="294224466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D670B0CC-F646-3E44-A481-C0BDB789843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0822" y="424175"/>
            <a:ext cx="11602983" cy="588420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6A25936-23D3-4147-A665-3FCA09B64032}"/>
              </a:ext>
            </a:extLst>
          </p:cNvPr>
          <p:cNvSpPr txBox="1"/>
          <p:nvPr/>
        </p:nvSpPr>
        <p:spPr>
          <a:xfrm>
            <a:off x="170822" y="5657222"/>
            <a:ext cx="77372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 sz="1400" dirty="0"/>
              <a:t>1200K</a:t>
            </a:r>
          </a:p>
        </p:txBody>
      </p:sp>
    </p:spTree>
    <p:extLst>
      <p:ext uri="{BB962C8B-B14F-4D97-AF65-F5344CB8AC3E}">
        <p14:creationId xmlns:p14="http://schemas.microsoft.com/office/powerpoint/2010/main" val="348878716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551D7221-71DE-AB46-AF26-DE12463699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1160" y="176614"/>
            <a:ext cx="10302318" cy="5412374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E9D99711-A5BC-F141-90D0-2471685131E5}"/>
              </a:ext>
            </a:extLst>
          </p:cNvPr>
          <p:cNvSpPr txBox="1"/>
          <p:nvPr/>
        </p:nvSpPr>
        <p:spPr>
          <a:xfrm>
            <a:off x="582804" y="3612328"/>
            <a:ext cx="181875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 b="1" dirty="0"/>
              <a:t>Per-species fsed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A8FACDE-1887-A749-8325-EA2169FBB094}"/>
              </a:ext>
            </a:extLst>
          </p:cNvPr>
          <p:cNvSpPr/>
          <p:nvPr/>
        </p:nvSpPr>
        <p:spPr>
          <a:xfrm>
            <a:off x="582804" y="3989196"/>
            <a:ext cx="2120203" cy="954593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8AF4129B-DE3D-6F41-B058-F638677CDBC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80967" y="889126"/>
            <a:ext cx="2986121" cy="1993675"/>
          </a:xfrm>
          <a:prstGeom prst="rect">
            <a:avLst/>
          </a:prstGeom>
        </p:spPr>
      </p:pic>
      <p:sp>
        <p:nvSpPr>
          <p:cNvPr id="16" name="Rectangle 15">
            <a:extLst>
              <a:ext uri="{FF2B5EF4-FFF2-40B4-BE49-F238E27FC236}">
                <a16:creationId xmlns:a16="http://schemas.microsoft.com/office/drawing/2014/main" id="{F3416644-E857-194C-89BE-BDDB4D1A7CDE}"/>
              </a:ext>
            </a:extLst>
          </p:cNvPr>
          <p:cNvSpPr/>
          <p:nvPr/>
        </p:nvSpPr>
        <p:spPr>
          <a:xfrm>
            <a:off x="8772211" y="3255666"/>
            <a:ext cx="622998" cy="994787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FCBEBBF6-3598-7B44-B0C3-F48CC6093898}"/>
              </a:ext>
            </a:extLst>
          </p:cNvPr>
          <p:cNvCxnSpPr/>
          <p:nvPr/>
        </p:nvCxnSpPr>
        <p:spPr>
          <a:xfrm flipV="1">
            <a:off x="9204290" y="2793442"/>
            <a:ext cx="331596" cy="46222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745ED934-1954-5F41-8045-EAB80EB0A280}"/>
              </a:ext>
            </a:extLst>
          </p:cNvPr>
          <p:cNvCxnSpPr>
            <a:cxnSpLocks/>
          </p:cNvCxnSpPr>
          <p:nvPr/>
        </p:nvCxnSpPr>
        <p:spPr>
          <a:xfrm flipH="1" flipV="1">
            <a:off x="5586884" y="2994409"/>
            <a:ext cx="200967" cy="269295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1FF39F44-75EA-C447-8B7B-19698F10EFB1}"/>
              </a:ext>
            </a:extLst>
          </p:cNvPr>
          <p:cNvCxnSpPr>
            <a:cxnSpLocks/>
          </p:cNvCxnSpPr>
          <p:nvPr/>
        </p:nvCxnSpPr>
        <p:spPr>
          <a:xfrm flipV="1">
            <a:off x="6008914" y="4141597"/>
            <a:ext cx="1312791" cy="154577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E8087D78-9686-1842-89A6-A423BEEEA598}"/>
              </a:ext>
            </a:extLst>
          </p:cNvPr>
          <p:cNvSpPr txBox="1"/>
          <p:nvPr/>
        </p:nvSpPr>
        <p:spPr>
          <a:xfrm>
            <a:off x="5208589" y="5899366"/>
            <a:ext cx="356362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 b="1" dirty="0"/>
              <a:t>(Small) Opposite trends?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BFBC07-4E08-904A-856F-93736FB9BCE6}"/>
              </a:ext>
            </a:extLst>
          </p:cNvPr>
          <p:cNvSpPr txBox="1"/>
          <p:nvPr/>
        </p:nvSpPr>
        <p:spPr>
          <a:xfrm>
            <a:off x="582804" y="5205046"/>
            <a:ext cx="262262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 sz="1600" dirty="0"/>
              <a:t>MgSiO3 and Na2S: Anti-correlated fsed</a:t>
            </a:r>
          </a:p>
          <a:p>
            <a:endParaRPr lang="en-VN" sz="1600" dirty="0"/>
          </a:p>
          <a:p>
            <a:r>
              <a:rPr lang="en-VN" sz="1600" dirty="0"/>
              <a:t>(when lower deck has thin cloud, upper deck has thick clouds)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6C6DBBA2-7752-9248-9D92-EFE9AC2D139B}"/>
              </a:ext>
            </a:extLst>
          </p:cNvPr>
          <p:cNvSpPr txBox="1"/>
          <p:nvPr/>
        </p:nvSpPr>
        <p:spPr>
          <a:xfrm>
            <a:off x="582804" y="3304551"/>
            <a:ext cx="77372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 sz="1400" dirty="0"/>
              <a:t>1200K</a:t>
            </a:r>
          </a:p>
        </p:txBody>
      </p:sp>
    </p:spTree>
    <p:extLst>
      <p:ext uri="{BB962C8B-B14F-4D97-AF65-F5344CB8AC3E}">
        <p14:creationId xmlns:p14="http://schemas.microsoft.com/office/powerpoint/2010/main" val="122543589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FE2A763D-E0F4-F94B-A0A9-A2F0BFD0978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10" y="565847"/>
            <a:ext cx="10920979" cy="597563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27AF0EA7-473A-1545-A0B3-A28D74604F6B}"/>
              </a:ext>
            </a:extLst>
          </p:cNvPr>
          <p:cNvSpPr txBox="1"/>
          <p:nvPr/>
        </p:nvSpPr>
        <p:spPr>
          <a:xfrm>
            <a:off x="351692" y="723482"/>
            <a:ext cx="222068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 sz="2400" b="1" dirty="0"/>
              <a:t>Changing C/O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F1CDE80-7BDA-3046-B921-565C8A68CBDD}"/>
              </a:ext>
            </a:extLst>
          </p:cNvPr>
          <p:cNvSpPr txBox="1"/>
          <p:nvPr/>
        </p:nvSpPr>
        <p:spPr>
          <a:xfrm>
            <a:off x="351692" y="6329780"/>
            <a:ext cx="506437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 b="1" dirty="0"/>
              <a:t>Unrealistic because same latitudinal bands?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90BC557-C2BA-634C-B42D-AE2128A3AD43}"/>
              </a:ext>
            </a:extLst>
          </p:cNvPr>
          <p:cNvSpPr txBox="1"/>
          <p:nvPr/>
        </p:nvSpPr>
        <p:spPr>
          <a:xfrm>
            <a:off x="502418" y="4039438"/>
            <a:ext cx="77372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 sz="1400" dirty="0"/>
              <a:t>1200K</a:t>
            </a:r>
          </a:p>
        </p:txBody>
      </p:sp>
    </p:spTree>
    <p:extLst>
      <p:ext uri="{BB962C8B-B14F-4D97-AF65-F5344CB8AC3E}">
        <p14:creationId xmlns:p14="http://schemas.microsoft.com/office/powerpoint/2010/main" val="184808214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A20C11B5-838C-FB46-9593-6849A13982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8269" y="662074"/>
            <a:ext cx="11355462" cy="553385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209F982-4ADB-9143-8CA8-5BDB05E88FE6}"/>
              </a:ext>
            </a:extLst>
          </p:cNvPr>
          <p:cNvSpPr txBox="1"/>
          <p:nvPr/>
        </p:nvSpPr>
        <p:spPr>
          <a:xfrm>
            <a:off x="351692" y="723482"/>
            <a:ext cx="222068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 sz="2400" b="1" dirty="0"/>
              <a:t>Changing Kzz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DF36032-A8E4-274B-9F22-785DDF1A2FED}"/>
              </a:ext>
            </a:extLst>
          </p:cNvPr>
          <p:cNvSpPr txBox="1"/>
          <p:nvPr/>
        </p:nvSpPr>
        <p:spPr>
          <a:xfrm>
            <a:off x="351692" y="6329780"/>
            <a:ext cx="506437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 b="1" dirty="0"/>
              <a:t>Unrealistic because same latitudinal bands?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9D28166-3BF4-EC44-98DE-C468E1E70F21}"/>
              </a:ext>
            </a:extLst>
          </p:cNvPr>
          <p:cNvSpPr txBox="1"/>
          <p:nvPr/>
        </p:nvSpPr>
        <p:spPr>
          <a:xfrm>
            <a:off x="341643" y="3938954"/>
            <a:ext cx="77372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 sz="1400" dirty="0"/>
              <a:t>1200K</a:t>
            </a:r>
          </a:p>
        </p:txBody>
      </p:sp>
    </p:spTree>
    <p:extLst>
      <p:ext uri="{BB962C8B-B14F-4D97-AF65-F5344CB8AC3E}">
        <p14:creationId xmlns:p14="http://schemas.microsoft.com/office/powerpoint/2010/main" val="420968219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88FDA0C4-6585-D646-ACE6-0D0C48F32F6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6185" y="125914"/>
            <a:ext cx="10164783" cy="6732086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28C8D793-3362-C24F-A068-43DD7D37E9CA}"/>
              </a:ext>
            </a:extLst>
          </p:cNvPr>
          <p:cNvSpPr txBox="1"/>
          <p:nvPr/>
        </p:nvSpPr>
        <p:spPr>
          <a:xfrm>
            <a:off x="364253" y="222292"/>
            <a:ext cx="609432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Tx/>
              <a:buChar char="-"/>
            </a:pPr>
            <a:r>
              <a:rPr lang="en-VN" sz="2400" b="1" dirty="0"/>
              <a:t>Status of spatial model</a:t>
            </a:r>
          </a:p>
        </p:txBody>
      </p:sp>
    </p:spTree>
    <p:extLst>
      <p:ext uri="{BB962C8B-B14F-4D97-AF65-F5344CB8AC3E}">
        <p14:creationId xmlns:p14="http://schemas.microsoft.com/office/powerpoint/2010/main" val="228992429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2BCA8D8-937A-D949-B91D-7D4B242CD48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7056" y="78263"/>
            <a:ext cx="5599862" cy="6701474"/>
          </a:xfrm>
          <a:prstGeom prst="rect">
            <a:avLst/>
          </a:prstGeom>
        </p:spPr>
      </p:pic>
      <p:pic>
        <p:nvPicPr>
          <p:cNvPr id="6" name="test_polar_v0_dynamic_inclin=10" descr="test_polar_v0_dynamic_inclin=10">
            <a:hlinkClick r:id="" action="ppaction://media"/>
            <a:hlinkHover r:id="" action="ppaction://ole?verb=0"/>
            <a:extLst>
              <a:ext uri="{FF2B5EF4-FFF2-40B4-BE49-F238E27FC236}">
                <a16:creationId xmlns:a16="http://schemas.microsoft.com/office/drawing/2014/main" id="{D60A3C32-6C94-3C49-82D7-964CCFCE369E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7867859" y="1761636"/>
            <a:ext cx="3112879" cy="31128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367605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20000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6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"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test_polar_v0_dynamic_inclin=60" descr="test_polar_v0_dynamic_inclin=60">
            <a:hlinkClick r:id="" action="ppaction://media"/>
            <a:extLst>
              <a:ext uri="{FF2B5EF4-FFF2-40B4-BE49-F238E27FC236}">
                <a16:creationId xmlns:a16="http://schemas.microsoft.com/office/drawing/2014/main" id="{071175FF-9620-EF4A-A9A9-EBB12FFBB23E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7867860" y="1902314"/>
            <a:ext cx="3318694" cy="3318694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40789CC2-DE5C-7646-97AC-1298E2D9093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8063" y="59431"/>
            <a:ext cx="5600561" cy="67391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106090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20000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"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FC7254-5A2C-9B41-8028-1D0D63DC8A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VN" sz="3600" dirty="0"/>
              <a:t>In report	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02369C-90CA-8148-9C71-D43AFE5A9A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63775"/>
            <a:ext cx="10515600" cy="2143474"/>
          </a:xfrm>
        </p:spPr>
        <p:txBody>
          <a:bodyPr/>
          <a:lstStyle/>
          <a:p>
            <a:r>
              <a:rPr lang="en-VN" dirty="0"/>
              <a:t>Description of PICASO, model building, recreation on rotational modulation amplitude with cloud thickness difference</a:t>
            </a:r>
          </a:p>
          <a:p>
            <a:r>
              <a:rPr lang="en-VN" dirty="0"/>
              <a:t>Experiment on multifsed clouds</a:t>
            </a:r>
          </a:p>
          <a:p>
            <a:r>
              <a:rPr lang="en-VN" dirty="0"/>
              <a:t>Spatial model integration</a:t>
            </a:r>
          </a:p>
          <a:p>
            <a:endParaRPr lang="en-VN" dirty="0"/>
          </a:p>
          <a:p>
            <a:endParaRPr lang="en-VN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C50ABBDD-78D3-F34C-9CED-FA87518D5559}"/>
              </a:ext>
            </a:extLst>
          </p:cNvPr>
          <p:cNvSpPr txBox="1">
            <a:spLocks/>
          </p:cNvSpPr>
          <p:nvPr/>
        </p:nvSpPr>
        <p:spPr>
          <a:xfrm>
            <a:off x="838200" y="375309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VN" sz="3600" dirty="0"/>
              <a:t>Upcoming steps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D251ACFA-8A7C-FA4E-8F90-D1CB692F12A0}"/>
              </a:ext>
            </a:extLst>
          </p:cNvPr>
          <p:cNvSpPr txBox="1">
            <a:spLocks/>
          </p:cNvSpPr>
          <p:nvPr/>
        </p:nvSpPr>
        <p:spPr>
          <a:xfrm>
            <a:off x="838200" y="4824832"/>
            <a:ext cx="10515600" cy="155587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VN" sz="2400" dirty="0"/>
              <a:t>More accurate Diamondback model profile</a:t>
            </a:r>
          </a:p>
          <a:p>
            <a:r>
              <a:rPr lang="en-VN" sz="2400" dirty="0"/>
              <a:t>Test with lower Teff</a:t>
            </a:r>
          </a:p>
          <a:p>
            <a:r>
              <a:rPr lang="en-VN" sz="2400" dirty="0"/>
              <a:t>Integrate pole-to-equator kzz difference.</a:t>
            </a:r>
          </a:p>
        </p:txBody>
      </p:sp>
    </p:spTree>
    <p:extLst>
      <p:ext uri="{BB962C8B-B14F-4D97-AF65-F5344CB8AC3E}">
        <p14:creationId xmlns:p14="http://schemas.microsoft.com/office/powerpoint/2010/main" val="178191299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8574</TotalTime>
  <Words>207</Words>
  <Application>Microsoft Macintosh PowerPoint</Application>
  <PresentationFormat>Widescreen</PresentationFormat>
  <Paragraphs>41</Paragraphs>
  <Slides>17</Slides>
  <Notes>0</Notes>
  <HiddenSlides>0</HiddenSlides>
  <MMClips>2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1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In report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Microsoft Office User</dc:creator>
  <cp:lastModifiedBy>Microsoft Office User</cp:lastModifiedBy>
  <cp:revision>4</cp:revision>
  <dcterms:created xsi:type="dcterms:W3CDTF">2025-12-03T20:44:37Z</dcterms:created>
  <dcterms:modified xsi:type="dcterms:W3CDTF">2025-12-09T19:39:23Z</dcterms:modified>
</cp:coreProperties>
</file>